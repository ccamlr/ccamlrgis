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80" r:id="rId2"/>
    <p:sldId id="28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2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27" autoAdjust="0"/>
    <p:restoredTop sz="93447" autoAdjust="0"/>
  </p:normalViewPr>
  <p:slideViewPr>
    <p:cSldViewPr snapToGrid="0">
      <p:cViewPr varScale="1">
        <p:scale>
          <a:sx n="104" d="100"/>
          <a:sy n="104" d="100"/>
        </p:scale>
        <p:origin x="10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7E238-0D89-7543-9C12-79E30F912AB5}" type="datetimeFigureOut">
              <a:rPr lang="en-CL" smtClean="0"/>
              <a:t>07/06/2026</a:t>
            </a:fld>
            <a:endParaRPr lang="en-C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A0BC0-5275-5041-8D8E-56F537BAC820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083514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A796-9ACE-D74B-8169-90AD275FC6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94EC39-3D03-EA78-8295-C5F2A8BD5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2781D-5DF8-6286-9DBA-57F906782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25BF5-902D-4ED4-B07E-358160761B4B}" type="datetimeFigureOut">
              <a:rPr lang="en-AU" smtClean="0"/>
              <a:t>6/07/2026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AAB23-AE6F-822A-1973-74052E0EC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F3B4B-696C-85CE-21F0-77361AC62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A7B89-81E8-40BA-A260-3DAE19BFFE7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1870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59D40-FE29-3748-D0B5-E3CB1E74C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5512C-1320-9468-37D6-9BDE97DBB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2F8E0-23C9-7675-58F4-E39FA5348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25BF5-902D-4ED4-B07E-358160761B4B}" type="datetimeFigureOut">
              <a:rPr lang="en-AU" smtClean="0"/>
              <a:t>6/07/2026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E5482-5B6F-D0A8-B7D1-3818952A7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086E3-D043-49CC-2155-272BE81E5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A7B89-81E8-40BA-A260-3DAE19BFFE7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6824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2DEE9-84DF-A379-4EF8-068ABBFE8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FF2A5-061E-064D-DB36-67485FC3D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2E901-7070-0F22-14EF-6479C2DC9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25BF5-902D-4ED4-B07E-358160761B4B}" type="datetimeFigureOut">
              <a:rPr lang="en-AU" smtClean="0"/>
              <a:t>6/07/2026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70756-5D6B-8E87-5901-4C71C5434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3CD3C-95CE-59DD-0006-A38AF2BEB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A7B89-81E8-40BA-A260-3DAE19BFFE7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8253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069A1-355E-1B32-BCA3-24BCC2E10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9ABFB-1C32-D7B6-7677-08CA55A533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5FC2D0-2C97-3C3F-3C88-95C7DA142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6C06B-E058-4A9C-A935-C86D66E8E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25BF5-902D-4ED4-B07E-358160761B4B}" type="datetimeFigureOut">
              <a:rPr lang="en-AU" smtClean="0"/>
              <a:t>6/07/2026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79845-E22F-D38D-07CC-5F2239C1F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0F6D9-B9CE-123D-E449-0008385AA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A7B89-81E8-40BA-A260-3DAE19BFFE7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4475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B277-4152-2D2B-542E-9FB16733E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0DA54-2360-8A2C-268E-746218993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4BE1F-E2CE-E044-A548-71F461DA2C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C1FBBD-6D18-D21E-C13F-E83973D104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40D6F4-910C-7691-40CE-C9750EDD2D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8C8EE7-2F93-3C6E-0681-C4C12D134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25BF5-902D-4ED4-B07E-358160761B4B}" type="datetimeFigureOut">
              <a:rPr lang="en-AU" smtClean="0"/>
              <a:t>6/07/2026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6319DF-E512-086B-A229-E28E1B145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43385C-891C-9954-2538-94F754BA3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A7B89-81E8-40BA-A260-3DAE19BFFE7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1052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874C3-A3D0-8809-293A-C6524FF19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02CA17-DE00-AE78-3FC1-5A047F611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25BF5-902D-4ED4-B07E-358160761B4B}" type="datetimeFigureOut">
              <a:rPr lang="en-AU" smtClean="0"/>
              <a:t>6/07/2026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132A05-C229-CB0C-FA20-8C58B535C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67DB75-F451-76A5-A9BD-123AEAC49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A7B89-81E8-40BA-A260-3DAE19BFFE7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0903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DF7C1C-7EE4-D9B8-90C4-93E742EDE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25BF5-902D-4ED4-B07E-358160761B4B}" type="datetimeFigureOut">
              <a:rPr lang="en-AU" smtClean="0"/>
              <a:t>6/07/2026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0E9A2C-4B9A-4A52-AD89-C204110EA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5E00B-6227-EF61-3E70-58998AD82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A7B89-81E8-40BA-A260-3DAE19BFFE7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3869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FBFF9-7CE3-A57E-4675-F09EA705C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471A8-D63D-B2C3-D4C3-0122B3E4F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2F123F-8A96-493D-3FC1-64E577C64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94688-DBE0-6B11-6FC1-945601013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25BF5-902D-4ED4-B07E-358160761B4B}" type="datetimeFigureOut">
              <a:rPr lang="en-AU" smtClean="0"/>
              <a:t>6/07/2026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6F97D-FC47-C306-635F-55C30349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EE095-B7A2-B0BB-90A4-14EEB7AB5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A7B89-81E8-40BA-A260-3DAE19BFFE7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4213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37C5E-0F65-102D-72D5-BA40E1C44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91BEFD-04DF-5477-59E6-0766BFF6A9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AAB1F5-C527-57F6-847A-53D2C36C0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247249-FD88-B29E-ECE7-1F995033D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25BF5-902D-4ED4-B07E-358160761B4B}" type="datetimeFigureOut">
              <a:rPr lang="en-AU" smtClean="0"/>
              <a:t>6/07/2026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6180F-5765-3D8C-19AF-BD3E3071E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FE79A7-A527-484B-1A2D-CFED73490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A7B89-81E8-40BA-A260-3DAE19BFFE7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5479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B093F-7740-5CF8-45F7-BA8C5D8FF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809B05-E3AD-83C0-C9F3-6949B75154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A231D-D987-CE96-C2AA-09BF55105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25BF5-902D-4ED4-B07E-358160761B4B}" type="datetimeFigureOut">
              <a:rPr lang="en-AU" smtClean="0"/>
              <a:t>6/07/2026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DE490-526B-CACB-7404-9EC08FEA0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B37B1-473C-0AD3-63A4-1E6909B7D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A7B89-81E8-40BA-A260-3DAE19BFFE7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7050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FEF330-C92A-91FE-5F5F-78F4C98AD0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B0EFAB-8239-700D-ECCC-6D1934E56E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E9719-6EEE-62B0-8007-3C31691A7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25BF5-902D-4ED4-B07E-358160761B4B}" type="datetimeFigureOut">
              <a:rPr lang="en-AU" smtClean="0"/>
              <a:t>6/07/2026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B8980-2CF7-9B13-ED08-E8A2425DE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8E5B8-9D4E-D307-C0B8-D194075CA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A7B89-81E8-40BA-A260-3DAE19BFFE7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5901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754DC8-FCB8-91B5-FEDD-C354FE7A7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C6FE50-9EF2-1D6A-C815-1DC407298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E038B-A277-8E94-88B3-7BA3D1677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25BF5-902D-4ED4-B07E-358160761B4B}" type="datetimeFigureOut">
              <a:rPr lang="en-AU" smtClean="0"/>
              <a:t>6/07/2026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A566B-48AC-5164-9CC5-EBF892984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DED76-5743-DE97-A383-1DDE3FEF2C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1A7B89-81E8-40BA-A260-3DAE19BFFE7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0114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7A9D9-6BBF-C397-87B3-29ECE2FA2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63AD08F5-1F77-155E-25F0-F22C7562E15E}"/>
              </a:ext>
            </a:extLst>
          </p:cNvPr>
          <p:cNvGrpSpPr/>
          <p:nvPr/>
        </p:nvGrpSpPr>
        <p:grpSpPr>
          <a:xfrm>
            <a:off x="1317351" y="2447373"/>
            <a:ext cx="4903350" cy="4092323"/>
            <a:chOff x="1317351" y="2447373"/>
            <a:chExt cx="4903350" cy="4092323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6B3EE19E-BD89-4DF0-8731-5297C2F58637}"/>
                </a:ext>
              </a:extLst>
            </p:cNvPr>
            <p:cNvSpPr/>
            <p:nvPr/>
          </p:nvSpPr>
          <p:spPr>
            <a:xfrm>
              <a:off x="1935124" y="3965950"/>
              <a:ext cx="2775097" cy="1414131"/>
            </a:xfrm>
            <a:custGeom>
              <a:avLst/>
              <a:gdLst>
                <a:gd name="connsiteX0" fmla="*/ 0 w 2775097"/>
                <a:gd name="connsiteY0" fmla="*/ 297712 h 1414131"/>
                <a:gd name="connsiteX1" fmla="*/ 53163 w 2775097"/>
                <a:gd name="connsiteY1" fmla="*/ 223284 h 1414131"/>
                <a:gd name="connsiteX2" fmla="*/ 85060 w 2775097"/>
                <a:gd name="connsiteY2" fmla="*/ 212652 h 1414131"/>
                <a:gd name="connsiteX3" fmla="*/ 138223 w 2775097"/>
                <a:gd name="connsiteY3" fmla="*/ 180754 h 1414131"/>
                <a:gd name="connsiteX4" fmla="*/ 202018 w 2775097"/>
                <a:gd name="connsiteY4" fmla="*/ 138224 h 1414131"/>
                <a:gd name="connsiteX5" fmla="*/ 233916 w 2775097"/>
                <a:gd name="connsiteY5" fmla="*/ 127591 h 1414131"/>
                <a:gd name="connsiteX6" fmla="*/ 265814 w 2775097"/>
                <a:gd name="connsiteY6" fmla="*/ 106326 h 1414131"/>
                <a:gd name="connsiteX7" fmla="*/ 361507 w 2775097"/>
                <a:gd name="connsiteY7" fmla="*/ 95693 h 1414131"/>
                <a:gd name="connsiteX8" fmla="*/ 457200 w 2775097"/>
                <a:gd name="connsiteY8" fmla="*/ 74428 h 1414131"/>
                <a:gd name="connsiteX9" fmla="*/ 520995 w 2775097"/>
                <a:gd name="connsiteY9" fmla="*/ 53163 h 1414131"/>
                <a:gd name="connsiteX10" fmla="*/ 584791 w 2775097"/>
                <a:gd name="connsiteY10" fmla="*/ 31898 h 1414131"/>
                <a:gd name="connsiteX11" fmla="*/ 616688 w 2775097"/>
                <a:gd name="connsiteY11" fmla="*/ 21265 h 1414131"/>
                <a:gd name="connsiteX12" fmla="*/ 723014 w 2775097"/>
                <a:gd name="connsiteY12" fmla="*/ 0 h 1414131"/>
                <a:gd name="connsiteX13" fmla="*/ 850604 w 2775097"/>
                <a:gd name="connsiteY13" fmla="*/ 31898 h 1414131"/>
                <a:gd name="connsiteX14" fmla="*/ 871870 w 2775097"/>
                <a:gd name="connsiteY14" fmla="*/ 53163 h 1414131"/>
                <a:gd name="connsiteX15" fmla="*/ 903767 w 2775097"/>
                <a:gd name="connsiteY15" fmla="*/ 116959 h 1414131"/>
                <a:gd name="connsiteX16" fmla="*/ 935665 w 2775097"/>
                <a:gd name="connsiteY16" fmla="*/ 233917 h 1414131"/>
                <a:gd name="connsiteX17" fmla="*/ 925032 w 2775097"/>
                <a:gd name="connsiteY17" fmla="*/ 361507 h 1414131"/>
                <a:gd name="connsiteX18" fmla="*/ 903767 w 2775097"/>
                <a:gd name="connsiteY18" fmla="*/ 489098 h 1414131"/>
                <a:gd name="connsiteX19" fmla="*/ 925032 w 2775097"/>
                <a:gd name="connsiteY19" fmla="*/ 669852 h 1414131"/>
                <a:gd name="connsiteX20" fmla="*/ 967563 w 2775097"/>
                <a:gd name="connsiteY20" fmla="*/ 723014 h 1414131"/>
                <a:gd name="connsiteX21" fmla="*/ 1020725 w 2775097"/>
                <a:gd name="connsiteY21" fmla="*/ 786810 h 1414131"/>
                <a:gd name="connsiteX22" fmla="*/ 1084521 w 2775097"/>
                <a:gd name="connsiteY22" fmla="*/ 829340 h 1414131"/>
                <a:gd name="connsiteX23" fmla="*/ 1116418 w 2775097"/>
                <a:gd name="connsiteY23" fmla="*/ 850605 h 1414131"/>
                <a:gd name="connsiteX24" fmla="*/ 1169581 w 2775097"/>
                <a:gd name="connsiteY24" fmla="*/ 893135 h 1414131"/>
                <a:gd name="connsiteX25" fmla="*/ 1190846 w 2775097"/>
                <a:gd name="connsiteY25" fmla="*/ 925033 h 1414131"/>
                <a:gd name="connsiteX26" fmla="*/ 1265274 w 2775097"/>
                <a:gd name="connsiteY26" fmla="*/ 1020726 h 1414131"/>
                <a:gd name="connsiteX27" fmla="*/ 1297172 w 2775097"/>
                <a:gd name="connsiteY27" fmla="*/ 1084521 h 1414131"/>
                <a:gd name="connsiteX28" fmla="*/ 1594884 w 2775097"/>
                <a:gd name="connsiteY28" fmla="*/ 1116419 h 1414131"/>
                <a:gd name="connsiteX29" fmla="*/ 1626781 w 2775097"/>
                <a:gd name="connsiteY29" fmla="*/ 1127052 h 1414131"/>
                <a:gd name="connsiteX30" fmla="*/ 1669311 w 2775097"/>
                <a:gd name="connsiteY30" fmla="*/ 1137684 h 1414131"/>
                <a:gd name="connsiteX31" fmla="*/ 1733107 w 2775097"/>
                <a:gd name="connsiteY31" fmla="*/ 1158949 h 1414131"/>
                <a:gd name="connsiteX32" fmla="*/ 1807535 w 2775097"/>
                <a:gd name="connsiteY32" fmla="*/ 1244010 h 1414131"/>
                <a:gd name="connsiteX33" fmla="*/ 1828800 w 2775097"/>
                <a:gd name="connsiteY33" fmla="*/ 1275907 h 1414131"/>
                <a:gd name="connsiteX34" fmla="*/ 1860697 w 2775097"/>
                <a:gd name="connsiteY34" fmla="*/ 1297172 h 1414131"/>
                <a:gd name="connsiteX35" fmla="*/ 1871330 w 2775097"/>
                <a:gd name="connsiteY35" fmla="*/ 1329070 h 1414131"/>
                <a:gd name="connsiteX36" fmla="*/ 1903228 w 2775097"/>
                <a:gd name="connsiteY36" fmla="*/ 1350335 h 1414131"/>
                <a:gd name="connsiteX37" fmla="*/ 1935125 w 2775097"/>
                <a:gd name="connsiteY37" fmla="*/ 1382233 h 1414131"/>
                <a:gd name="connsiteX38" fmla="*/ 1998921 w 2775097"/>
                <a:gd name="connsiteY38" fmla="*/ 1403498 h 1414131"/>
                <a:gd name="connsiteX39" fmla="*/ 2030818 w 2775097"/>
                <a:gd name="connsiteY39" fmla="*/ 1414131 h 1414131"/>
                <a:gd name="connsiteX40" fmla="*/ 2349795 w 2775097"/>
                <a:gd name="connsiteY40" fmla="*/ 1403498 h 1414131"/>
                <a:gd name="connsiteX41" fmla="*/ 2413591 w 2775097"/>
                <a:gd name="connsiteY41" fmla="*/ 1382233 h 1414131"/>
                <a:gd name="connsiteX42" fmla="*/ 2445488 w 2775097"/>
                <a:gd name="connsiteY42" fmla="*/ 1360968 h 1414131"/>
                <a:gd name="connsiteX43" fmla="*/ 2477386 w 2775097"/>
                <a:gd name="connsiteY43" fmla="*/ 1350335 h 1414131"/>
                <a:gd name="connsiteX44" fmla="*/ 2551814 w 2775097"/>
                <a:gd name="connsiteY44" fmla="*/ 1297172 h 1414131"/>
                <a:gd name="connsiteX45" fmla="*/ 2647507 w 2775097"/>
                <a:gd name="connsiteY45" fmla="*/ 1265275 h 1414131"/>
                <a:gd name="connsiteX46" fmla="*/ 2743200 w 2775097"/>
                <a:gd name="connsiteY46" fmla="*/ 1233377 h 1414131"/>
                <a:gd name="connsiteX47" fmla="*/ 2775097 w 2775097"/>
                <a:gd name="connsiteY47" fmla="*/ 1222745 h 141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2775097" h="1414131">
                  <a:moveTo>
                    <a:pt x="0" y="297712"/>
                  </a:moveTo>
                  <a:cubicBezTo>
                    <a:pt x="17721" y="272903"/>
                    <a:pt x="31605" y="244842"/>
                    <a:pt x="53163" y="223284"/>
                  </a:cubicBezTo>
                  <a:cubicBezTo>
                    <a:pt x="61088" y="215359"/>
                    <a:pt x="75450" y="218418"/>
                    <a:pt x="85060" y="212652"/>
                  </a:cubicBezTo>
                  <a:cubicBezTo>
                    <a:pt x="158032" y="168868"/>
                    <a:pt x="47865" y="210871"/>
                    <a:pt x="138223" y="180754"/>
                  </a:cubicBezTo>
                  <a:cubicBezTo>
                    <a:pt x="159488" y="166577"/>
                    <a:pt x="177772" y="146306"/>
                    <a:pt x="202018" y="138224"/>
                  </a:cubicBezTo>
                  <a:cubicBezTo>
                    <a:pt x="212651" y="134680"/>
                    <a:pt x="223891" y="132603"/>
                    <a:pt x="233916" y="127591"/>
                  </a:cubicBezTo>
                  <a:cubicBezTo>
                    <a:pt x="245346" y="121876"/>
                    <a:pt x="253417" y="109425"/>
                    <a:pt x="265814" y="106326"/>
                  </a:cubicBezTo>
                  <a:cubicBezTo>
                    <a:pt x="296950" y="98542"/>
                    <a:pt x="329736" y="100232"/>
                    <a:pt x="361507" y="95693"/>
                  </a:cubicBezTo>
                  <a:cubicBezTo>
                    <a:pt x="380832" y="92932"/>
                    <a:pt x="436086" y="80762"/>
                    <a:pt x="457200" y="74428"/>
                  </a:cubicBezTo>
                  <a:cubicBezTo>
                    <a:pt x="478670" y="67987"/>
                    <a:pt x="499730" y="60251"/>
                    <a:pt x="520995" y="53163"/>
                  </a:cubicBezTo>
                  <a:lnTo>
                    <a:pt x="584791" y="31898"/>
                  </a:lnTo>
                  <a:cubicBezTo>
                    <a:pt x="595423" y="28354"/>
                    <a:pt x="605698" y="23463"/>
                    <a:pt x="616688" y="21265"/>
                  </a:cubicBezTo>
                  <a:lnTo>
                    <a:pt x="723014" y="0"/>
                  </a:lnTo>
                  <a:cubicBezTo>
                    <a:pt x="802925" y="8879"/>
                    <a:pt x="803344" y="-5910"/>
                    <a:pt x="850604" y="31898"/>
                  </a:cubicBezTo>
                  <a:cubicBezTo>
                    <a:pt x="858432" y="38160"/>
                    <a:pt x="864781" y="46075"/>
                    <a:pt x="871870" y="53163"/>
                  </a:cubicBezTo>
                  <a:cubicBezTo>
                    <a:pt x="910640" y="169480"/>
                    <a:pt x="848810" y="-6695"/>
                    <a:pt x="903767" y="116959"/>
                  </a:cubicBezTo>
                  <a:cubicBezTo>
                    <a:pt x="923388" y="161107"/>
                    <a:pt x="926569" y="188437"/>
                    <a:pt x="935665" y="233917"/>
                  </a:cubicBezTo>
                  <a:cubicBezTo>
                    <a:pt x="932121" y="276447"/>
                    <a:pt x="929078" y="319022"/>
                    <a:pt x="925032" y="361507"/>
                  </a:cubicBezTo>
                  <a:cubicBezTo>
                    <a:pt x="915536" y="461220"/>
                    <a:pt x="923721" y="429239"/>
                    <a:pt x="903767" y="489098"/>
                  </a:cubicBezTo>
                  <a:cubicBezTo>
                    <a:pt x="905446" y="512603"/>
                    <a:pt x="900867" y="621522"/>
                    <a:pt x="925032" y="669852"/>
                  </a:cubicBezTo>
                  <a:cubicBezTo>
                    <a:pt x="946849" y="713487"/>
                    <a:pt x="941190" y="690048"/>
                    <a:pt x="967563" y="723014"/>
                  </a:cubicBezTo>
                  <a:cubicBezTo>
                    <a:pt x="996473" y="759150"/>
                    <a:pt x="980611" y="755610"/>
                    <a:pt x="1020725" y="786810"/>
                  </a:cubicBezTo>
                  <a:cubicBezTo>
                    <a:pt x="1040899" y="802501"/>
                    <a:pt x="1063256" y="815163"/>
                    <a:pt x="1084521" y="829340"/>
                  </a:cubicBezTo>
                  <a:cubicBezTo>
                    <a:pt x="1095153" y="836428"/>
                    <a:pt x="1107382" y="841569"/>
                    <a:pt x="1116418" y="850605"/>
                  </a:cubicBezTo>
                  <a:cubicBezTo>
                    <a:pt x="1146720" y="880906"/>
                    <a:pt x="1129343" y="866309"/>
                    <a:pt x="1169581" y="893135"/>
                  </a:cubicBezTo>
                  <a:cubicBezTo>
                    <a:pt x="1176669" y="903768"/>
                    <a:pt x="1182665" y="915216"/>
                    <a:pt x="1190846" y="925033"/>
                  </a:cubicBezTo>
                  <a:cubicBezTo>
                    <a:pt x="1221427" y="961730"/>
                    <a:pt x="1247358" y="966978"/>
                    <a:pt x="1265274" y="1020726"/>
                  </a:cubicBezTo>
                  <a:cubicBezTo>
                    <a:pt x="1271067" y="1038106"/>
                    <a:pt x="1279815" y="1073673"/>
                    <a:pt x="1297172" y="1084521"/>
                  </a:cubicBezTo>
                  <a:cubicBezTo>
                    <a:pt x="1365643" y="1127315"/>
                    <a:pt x="1580134" y="1115749"/>
                    <a:pt x="1594884" y="1116419"/>
                  </a:cubicBezTo>
                  <a:cubicBezTo>
                    <a:pt x="1605516" y="1119963"/>
                    <a:pt x="1616005" y="1123973"/>
                    <a:pt x="1626781" y="1127052"/>
                  </a:cubicBezTo>
                  <a:cubicBezTo>
                    <a:pt x="1640832" y="1131067"/>
                    <a:pt x="1655314" y="1133485"/>
                    <a:pt x="1669311" y="1137684"/>
                  </a:cubicBezTo>
                  <a:cubicBezTo>
                    <a:pt x="1690781" y="1144125"/>
                    <a:pt x="1733107" y="1158949"/>
                    <a:pt x="1733107" y="1158949"/>
                  </a:cubicBezTo>
                  <a:cubicBezTo>
                    <a:pt x="1782725" y="1233378"/>
                    <a:pt x="1754372" y="1208568"/>
                    <a:pt x="1807535" y="1244010"/>
                  </a:cubicBezTo>
                  <a:cubicBezTo>
                    <a:pt x="1814623" y="1254642"/>
                    <a:pt x="1819764" y="1266871"/>
                    <a:pt x="1828800" y="1275907"/>
                  </a:cubicBezTo>
                  <a:cubicBezTo>
                    <a:pt x="1837836" y="1284943"/>
                    <a:pt x="1852714" y="1287194"/>
                    <a:pt x="1860697" y="1297172"/>
                  </a:cubicBezTo>
                  <a:cubicBezTo>
                    <a:pt x="1867698" y="1305924"/>
                    <a:pt x="1864328" y="1320318"/>
                    <a:pt x="1871330" y="1329070"/>
                  </a:cubicBezTo>
                  <a:cubicBezTo>
                    <a:pt x="1879313" y="1339049"/>
                    <a:pt x="1893411" y="1342154"/>
                    <a:pt x="1903228" y="1350335"/>
                  </a:cubicBezTo>
                  <a:cubicBezTo>
                    <a:pt x="1914779" y="1359961"/>
                    <a:pt x="1921981" y="1374931"/>
                    <a:pt x="1935125" y="1382233"/>
                  </a:cubicBezTo>
                  <a:cubicBezTo>
                    <a:pt x="1954720" y="1393119"/>
                    <a:pt x="1977656" y="1396409"/>
                    <a:pt x="1998921" y="1403498"/>
                  </a:cubicBezTo>
                  <a:lnTo>
                    <a:pt x="2030818" y="1414131"/>
                  </a:lnTo>
                  <a:cubicBezTo>
                    <a:pt x="2137144" y="1410587"/>
                    <a:pt x="2243778" y="1412333"/>
                    <a:pt x="2349795" y="1403498"/>
                  </a:cubicBezTo>
                  <a:cubicBezTo>
                    <a:pt x="2372133" y="1401636"/>
                    <a:pt x="2413591" y="1382233"/>
                    <a:pt x="2413591" y="1382233"/>
                  </a:cubicBezTo>
                  <a:cubicBezTo>
                    <a:pt x="2424223" y="1375145"/>
                    <a:pt x="2434059" y="1366683"/>
                    <a:pt x="2445488" y="1360968"/>
                  </a:cubicBezTo>
                  <a:cubicBezTo>
                    <a:pt x="2455513" y="1355956"/>
                    <a:pt x="2467655" y="1355896"/>
                    <a:pt x="2477386" y="1350335"/>
                  </a:cubicBezTo>
                  <a:cubicBezTo>
                    <a:pt x="2491121" y="1342486"/>
                    <a:pt x="2533309" y="1305397"/>
                    <a:pt x="2551814" y="1297172"/>
                  </a:cubicBezTo>
                  <a:cubicBezTo>
                    <a:pt x="2551834" y="1297163"/>
                    <a:pt x="2631548" y="1270595"/>
                    <a:pt x="2647507" y="1265275"/>
                  </a:cubicBezTo>
                  <a:lnTo>
                    <a:pt x="2743200" y="1233377"/>
                  </a:lnTo>
                  <a:lnTo>
                    <a:pt x="2775097" y="1222745"/>
                  </a:lnTo>
                </a:path>
              </a:pathLst>
            </a:custGeom>
            <a:noFill/>
            <a:ln w="60325"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472AF6E4-0764-52D4-FE34-A3CA017B9807}"/>
                </a:ext>
              </a:extLst>
            </p:cNvPr>
            <p:cNvSpPr/>
            <p:nvPr/>
          </p:nvSpPr>
          <p:spPr>
            <a:xfrm>
              <a:off x="2963119" y="3206187"/>
              <a:ext cx="2696901" cy="1909823"/>
            </a:xfrm>
            <a:custGeom>
              <a:avLst/>
              <a:gdLst>
                <a:gd name="connsiteX0" fmla="*/ 1851949 w 2696901"/>
                <a:gd name="connsiteY0" fmla="*/ 1909823 h 1909823"/>
                <a:gd name="connsiteX1" fmla="*/ 1967696 w 2696901"/>
                <a:gd name="connsiteY1" fmla="*/ 1817226 h 1909823"/>
                <a:gd name="connsiteX2" fmla="*/ 2037144 w 2696901"/>
                <a:gd name="connsiteY2" fmla="*/ 1782502 h 1909823"/>
                <a:gd name="connsiteX3" fmla="*/ 2060294 w 2696901"/>
                <a:gd name="connsiteY3" fmla="*/ 1759352 h 1909823"/>
                <a:gd name="connsiteX4" fmla="*/ 2129742 w 2696901"/>
                <a:gd name="connsiteY4" fmla="*/ 1713054 h 1909823"/>
                <a:gd name="connsiteX5" fmla="*/ 2187615 w 2696901"/>
                <a:gd name="connsiteY5" fmla="*/ 1666755 h 1909823"/>
                <a:gd name="connsiteX6" fmla="*/ 2210765 w 2696901"/>
                <a:gd name="connsiteY6" fmla="*/ 1643605 h 1909823"/>
                <a:gd name="connsiteX7" fmla="*/ 2245489 w 2696901"/>
                <a:gd name="connsiteY7" fmla="*/ 1632031 h 1909823"/>
                <a:gd name="connsiteX8" fmla="*/ 2291787 w 2696901"/>
                <a:gd name="connsiteY8" fmla="*/ 1574157 h 1909823"/>
                <a:gd name="connsiteX9" fmla="*/ 2384385 w 2696901"/>
                <a:gd name="connsiteY9" fmla="*/ 1493135 h 1909823"/>
                <a:gd name="connsiteX10" fmla="*/ 2465408 w 2696901"/>
                <a:gd name="connsiteY10" fmla="*/ 1435261 h 1909823"/>
                <a:gd name="connsiteX11" fmla="*/ 2511706 w 2696901"/>
                <a:gd name="connsiteY11" fmla="*/ 1377388 h 1909823"/>
                <a:gd name="connsiteX12" fmla="*/ 2523281 w 2696901"/>
                <a:gd name="connsiteY12" fmla="*/ 1342664 h 1909823"/>
                <a:gd name="connsiteX13" fmla="*/ 2546430 w 2696901"/>
                <a:gd name="connsiteY13" fmla="*/ 1296365 h 1909823"/>
                <a:gd name="connsiteX14" fmla="*/ 2581154 w 2696901"/>
                <a:gd name="connsiteY14" fmla="*/ 1273216 h 1909823"/>
                <a:gd name="connsiteX15" fmla="*/ 2592729 w 2696901"/>
                <a:gd name="connsiteY15" fmla="*/ 1238491 h 1909823"/>
                <a:gd name="connsiteX16" fmla="*/ 2627453 w 2696901"/>
                <a:gd name="connsiteY16" fmla="*/ 1192193 h 1909823"/>
                <a:gd name="connsiteX17" fmla="*/ 2650603 w 2696901"/>
                <a:gd name="connsiteY17" fmla="*/ 1157469 h 1909823"/>
                <a:gd name="connsiteX18" fmla="*/ 2685327 w 2696901"/>
                <a:gd name="connsiteY18" fmla="*/ 1053297 h 1909823"/>
                <a:gd name="connsiteX19" fmla="*/ 2696901 w 2696901"/>
                <a:gd name="connsiteY19" fmla="*/ 1018572 h 1909823"/>
                <a:gd name="connsiteX20" fmla="*/ 2685327 w 2696901"/>
                <a:gd name="connsiteY20" fmla="*/ 729205 h 1909823"/>
                <a:gd name="connsiteX21" fmla="*/ 2673752 w 2696901"/>
                <a:gd name="connsiteY21" fmla="*/ 648183 h 1909823"/>
                <a:gd name="connsiteX22" fmla="*/ 2662177 w 2696901"/>
                <a:gd name="connsiteY22" fmla="*/ 393540 h 1909823"/>
                <a:gd name="connsiteX23" fmla="*/ 2639028 w 2696901"/>
                <a:gd name="connsiteY23" fmla="*/ 358816 h 1909823"/>
                <a:gd name="connsiteX24" fmla="*/ 2569580 w 2696901"/>
                <a:gd name="connsiteY24" fmla="*/ 335666 h 1909823"/>
                <a:gd name="connsiteX25" fmla="*/ 2534856 w 2696901"/>
                <a:gd name="connsiteY25" fmla="*/ 324091 h 1909823"/>
                <a:gd name="connsiteX26" fmla="*/ 2465408 w 2696901"/>
                <a:gd name="connsiteY26" fmla="*/ 300942 h 1909823"/>
                <a:gd name="connsiteX27" fmla="*/ 2430684 w 2696901"/>
                <a:gd name="connsiteY27" fmla="*/ 277793 h 1909823"/>
                <a:gd name="connsiteX28" fmla="*/ 2372810 w 2696901"/>
                <a:gd name="connsiteY28" fmla="*/ 266218 h 1909823"/>
                <a:gd name="connsiteX29" fmla="*/ 2291787 w 2696901"/>
                <a:gd name="connsiteY29" fmla="*/ 243069 h 1909823"/>
                <a:gd name="connsiteX30" fmla="*/ 2233914 w 2696901"/>
                <a:gd name="connsiteY30" fmla="*/ 208345 h 1909823"/>
                <a:gd name="connsiteX31" fmla="*/ 2176040 w 2696901"/>
                <a:gd name="connsiteY31" fmla="*/ 162046 h 1909823"/>
                <a:gd name="connsiteX32" fmla="*/ 2141316 w 2696901"/>
                <a:gd name="connsiteY32" fmla="*/ 150471 h 1909823"/>
                <a:gd name="connsiteX33" fmla="*/ 2106592 w 2696901"/>
                <a:gd name="connsiteY33" fmla="*/ 127322 h 1909823"/>
                <a:gd name="connsiteX34" fmla="*/ 2025570 w 2696901"/>
                <a:gd name="connsiteY34" fmla="*/ 115747 h 1909823"/>
                <a:gd name="connsiteX35" fmla="*/ 1967696 w 2696901"/>
                <a:gd name="connsiteY35" fmla="*/ 104172 h 1909823"/>
                <a:gd name="connsiteX36" fmla="*/ 1898248 w 2696901"/>
                <a:gd name="connsiteY36" fmla="*/ 81023 h 1909823"/>
                <a:gd name="connsiteX37" fmla="*/ 1632030 w 2696901"/>
                <a:gd name="connsiteY37" fmla="*/ 69448 h 1909823"/>
                <a:gd name="connsiteX38" fmla="*/ 1562582 w 2696901"/>
                <a:gd name="connsiteY38" fmla="*/ 57874 h 1909823"/>
                <a:gd name="connsiteX39" fmla="*/ 1493134 w 2696901"/>
                <a:gd name="connsiteY39" fmla="*/ 34724 h 1909823"/>
                <a:gd name="connsiteX40" fmla="*/ 1458410 w 2696901"/>
                <a:gd name="connsiteY40" fmla="*/ 23150 h 1909823"/>
                <a:gd name="connsiteX41" fmla="*/ 1365813 w 2696901"/>
                <a:gd name="connsiteY41" fmla="*/ 0 h 1909823"/>
                <a:gd name="connsiteX42" fmla="*/ 1145894 w 2696901"/>
                <a:gd name="connsiteY42" fmla="*/ 11575 h 1909823"/>
                <a:gd name="connsiteX43" fmla="*/ 868101 w 2696901"/>
                <a:gd name="connsiteY43" fmla="*/ 23150 h 1909823"/>
                <a:gd name="connsiteX44" fmla="*/ 821803 w 2696901"/>
                <a:gd name="connsiteY44" fmla="*/ 34724 h 1909823"/>
                <a:gd name="connsiteX45" fmla="*/ 787078 w 2696901"/>
                <a:gd name="connsiteY45" fmla="*/ 46299 h 1909823"/>
                <a:gd name="connsiteX46" fmla="*/ 497711 w 2696901"/>
                <a:gd name="connsiteY46" fmla="*/ 57874 h 1909823"/>
                <a:gd name="connsiteX47" fmla="*/ 393539 w 2696901"/>
                <a:gd name="connsiteY47" fmla="*/ 46299 h 1909823"/>
                <a:gd name="connsiteX48" fmla="*/ 324091 w 2696901"/>
                <a:gd name="connsiteY48" fmla="*/ 34724 h 1909823"/>
                <a:gd name="connsiteX49" fmla="*/ 243068 w 2696901"/>
                <a:gd name="connsiteY49" fmla="*/ 46299 h 1909823"/>
                <a:gd name="connsiteX50" fmla="*/ 208344 w 2696901"/>
                <a:gd name="connsiteY50" fmla="*/ 57874 h 1909823"/>
                <a:gd name="connsiteX51" fmla="*/ 138896 w 2696901"/>
                <a:gd name="connsiteY51" fmla="*/ 104172 h 1909823"/>
                <a:gd name="connsiteX52" fmla="*/ 69448 w 2696901"/>
                <a:gd name="connsiteY52" fmla="*/ 115747 h 1909823"/>
                <a:gd name="connsiteX53" fmla="*/ 11575 w 2696901"/>
                <a:gd name="connsiteY53" fmla="*/ 104172 h 1909823"/>
                <a:gd name="connsiteX54" fmla="*/ 0 w 2696901"/>
                <a:gd name="connsiteY54" fmla="*/ 69448 h 1909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96901" h="1909823">
                  <a:moveTo>
                    <a:pt x="1851949" y="1909823"/>
                  </a:moveTo>
                  <a:cubicBezTo>
                    <a:pt x="1866784" y="1897108"/>
                    <a:pt x="1933390" y="1834379"/>
                    <a:pt x="1967696" y="1817226"/>
                  </a:cubicBezTo>
                  <a:cubicBezTo>
                    <a:pt x="2024745" y="1788702"/>
                    <a:pt x="1981861" y="1826728"/>
                    <a:pt x="2037144" y="1782502"/>
                  </a:cubicBezTo>
                  <a:cubicBezTo>
                    <a:pt x="2045666" y="1775685"/>
                    <a:pt x="2051564" y="1765900"/>
                    <a:pt x="2060294" y="1759352"/>
                  </a:cubicBezTo>
                  <a:cubicBezTo>
                    <a:pt x="2082552" y="1742659"/>
                    <a:pt x="2110069" y="1732727"/>
                    <a:pt x="2129742" y="1713054"/>
                  </a:cubicBezTo>
                  <a:cubicBezTo>
                    <a:pt x="2185632" y="1657162"/>
                    <a:pt x="2114614" y="1725156"/>
                    <a:pt x="2187615" y="1666755"/>
                  </a:cubicBezTo>
                  <a:cubicBezTo>
                    <a:pt x="2196137" y="1659938"/>
                    <a:pt x="2201407" y="1649220"/>
                    <a:pt x="2210765" y="1643605"/>
                  </a:cubicBezTo>
                  <a:cubicBezTo>
                    <a:pt x="2221227" y="1637328"/>
                    <a:pt x="2233914" y="1635889"/>
                    <a:pt x="2245489" y="1632031"/>
                  </a:cubicBezTo>
                  <a:cubicBezTo>
                    <a:pt x="2335771" y="1541745"/>
                    <a:pt x="2189546" y="1691003"/>
                    <a:pt x="2291787" y="1574157"/>
                  </a:cubicBezTo>
                  <a:cubicBezTo>
                    <a:pt x="2400722" y="1449660"/>
                    <a:pt x="2305941" y="1560373"/>
                    <a:pt x="2384385" y="1493135"/>
                  </a:cubicBezTo>
                  <a:cubicBezTo>
                    <a:pt x="2454292" y="1433215"/>
                    <a:pt x="2401604" y="1456530"/>
                    <a:pt x="2465408" y="1435261"/>
                  </a:cubicBezTo>
                  <a:cubicBezTo>
                    <a:pt x="2494499" y="1347984"/>
                    <a:pt x="2451874" y="1452178"/>
                    <a:pt x="2511706" y="1377388"/>
                  </a:cubicBezTo>
                  <a:cubicBezTo>
                    <a:pt x="2519328" y="1367861"/>
                    <a:pt x="2518475" y="1353878"/>
                    <a:pt x="2523281" y="1342664"/>
                  </a:cubicBezTo>
                  <a:cubicBezTo>
                    <a:pt x="2530078" y="1326805"/>
                    <a:pt x="2535384" y="1309620"/>
                    <a:pt x="2546430" y="1296365"/>
                  </a:cubicBezTo>
                  <a:cubicBezTo>
                    <a:pt x="2555336" y="1285678"/>
                    <a:pt x="2569579" y="1280932"/>
                    <a:pt x="2581154" y="1273216"/>
                  </a:cubicBezTo>
                  <a:cubicBezTo>
                    <a:pt x="2585012" y="1261641"/>
                    <a:pt x="2586676" y="1249085"/>
                    <a:pt x="2592729" y="1238491"/>
                  </a:cubicBezTo>
                  <a:cubicBezTo>
                    <a:pt x="2602300" y="1221742"/>
                    <a:pt x="2616240" y="1207891"/>
                    <a:pt x="2627453" y="1192193"/>
                  </a:cubicBezTo>
                  <a:cubicBezTo>
                    <a:pt x="2635539" y="1180873"/>
                    <a:pt x="2642886" y="1169044"/>
                    <a:pt x="2650603" y="1157469"/>
                  </a:cubicBezTo>
                  <a:lnTo>
                    <a:pt x="2685327" y="1053297"/>
                  </a:lnTo>
                  <a:lnTo>
                    <a:pt x="2696901" y="1018572"/>
                  </a:lnTo>
                  <a:cubicBezTo>
                    <a:pt x="2693043" y="922116"/>
                    <a:pt x="2691348" y="825550"/>
                    <a:pt x="2685327" y="729205"/>
                  </a:cubicBezTo>
                  <a:cubicBezTo>
                    <a:pt x="2683625" y="701977"/>
                    <a:pt x="2675629" y="675400"/>
                    <a:pt x="2673752" y="648183"/>
                  </a:cubicBezTo>
                  <a:cubicBezTo>
                    <a:pt x="2667906" y="563416"/>
                    <a:pt x="2672301" y="477903"/>
                    <a:pt x="2662177" y="393540"/>
                  </a:cubicBezTo>
                  <a:cubicBezTo>
                    <a:pt x="2660520" y="379728"/>
                    <a:pt x="2650824" y="366189"/>
                    <a:pt x="2639028" y="358816"/>
                  </a:cubicBezTo>
                  <a:cubicBezTo>
                    <a:pt x="2618336" y="345883"/>
                    <a:pt x="2592729" y="343383"/>
                    <a:pt x="2569580" y="335666"/>
                  </a:cubicBezTo>
                  <a:lnTo>
                    <a:pt x="2534856" y="324091"/>
                  </a:lnTo>
                  <a:cubicBezTo>
                    <a:pt x="2534851" y="324089"/>
                    <a:pt x="2465412" y="300945"/>
                    <a:pt x="2465408" y="300942"/>
                  </a:cubicBezTo>
                  <a:cubicBezTo>
                    <a:pt x="2453833" y="293226"/>
                    <a:pt x="2443709" y="282677"/>
                    <a:pt x="2430684" y="277793"/>
                  </a:cubicBezTo>
                  <a:cubicBezTo>
                    <a:pt x="2412263" y="270885"/>
                    <a:pt x="2392015" y="270486"/>
                    <a:pt x="2372810" y="266218"/>
                  </a:cubicBezTo>
                  <a:cubicBezTo>
                    <a:pt x="2329212" y="256529"/>
                    <a:pt x="2330453" y="255957"/>
                    <a:pt x="2291787" y="243069"/>
                  </a:cubicBezTo>
                  <a:cubicBezTo>
                    <a:pt x="2233132" y="184412"/>
                    <a:pt x="2309042" y="253422"/>
                    <a:pt x="2233914" y="208345"/>
                  </a:cubicBezTo>
                  <a:cubicBezTo>
                    <a:pt x="2126246" y="143744"/>
                    <a:pt x="2315048" y="231549"/>
                    <a:pt x="2176040" y="162046"/>
                  </a:cubicBezTo>
                  <a:cubicBezTo>
                    <a:pt x="2165127" y="156590"/>
                    <a:pt x="2152229" y="155927"/>
                    <a:pt x="2141316" y="150471"/>
                  </a:cubicBezTo>
                  <a:cubicBezTo>
                    <a:pt x="2128874" y="144250"/>
                    <a:pt x="2119916" y="131319"/>
                    <a:pt x="2106592" y="127322"/>
                  </a:cubicBezTo>
                  <a:cubicBezTo>
                    <a:pt x="2080461" y="119483"/>
                    <a:pt x="2052480" y="120232"/>
                    <a:pt x="2025570" y="115747"/>
                  </a:cubicBezTo>
                  <a:cubicBezTo>
                    <a:pt x="2006164" y="112513"/>
                    <a:pt x="1986676" y="109348"/>
                    <a:pt x="1967696" y="104172"/>
                  </a:cubicBezTo>
                  <a:cubicBezTo>
                    <a:pt x="1944154" y="97752"/>
                    <a:pt x="1922626" y="82083"/>
                    <a:pt x="1898248" y="81023"/>
                  </a:cubicBezTo>
                  <a:lnTo>
                    <a:pt x="1632030" y="69448"/>
                  </a:lnTo>
                  <a:cubicBezTo>
                    <a:pt x="1608881" y="65590"/>
                    <a:pt x="1585350" y="63566"/>
                    <a:pt x="1562582" y="57874"/>
                  </a:cubicBezTo>
                  <a:cubicBezTo>
                    <a:pt x="1538909" y="51956"/>
                    <a:pt x="1516283" y="42440"/>
                    <a:pt x="1493134" y="34724"/>
                  </a:cubicBezTo>
                  <a:cubicBezTo>
                    <a:pt x="1481559" y="30866"/>
                    <a:pt x="1470246" y="26109"/>
                    <a:pt x="1458410" y="23150"/>
                  </a:cubicBezTo>
                  <a:lnTo>
                    <a:pt x="1365813" y="0"/>
                  </a:lnTo>
                  <a:lnTo>
                    <a:pt x="1145894" y="11575"/>
                  </a:lnTo>
                  <a:cubicBezTo>
                    <a:pt x="1053316" y="15881"/>
                    <a:pt x="960544" y="16547"/>
                    <a:pt x="868101" y="23150"/>
                  </a:cubicBezTo>
                  <a:cubicBezTo>
                    <a:pt x="852234" y="24283"/>
                    <a:pt x="837099" y="30354"/>
                    <a:pt x="821803" y="34724"/>
                  </a:cubicBezTo>
                  <a:cubicBezTo>
                    <a:pt x="810071" y="38076"/>
                    <a:pt x="799248" y="45430"/>
                    <a:pt x="787078" y="46299"/>
                  </a:cubicBezTo>
                  <a:cubicBezTo>
                    <a:pt x="690791" y="53177"/>
                    <a:pt x="594167" y="54016"/>
                    <a:pt x="497711" y="57874"/>
                  </a:cubicBezTo>
                  <a:cubicBezTo>
                    <a:pt x="462987" y="54016"/>
                    <a:pt x="428170" y="50917"/>
                    <a:pt x="393539" y="46299"/>
                  </a:cubicBezTo>
                  <a:cubicBezTo>
                    <a:pt x="370276" y="43197"/>
                    <a:pt x="347560" y="34724"/>
                    <a:pt x="324091" y="34724"/>
                  </a:cubicBezTo>
                  <a:cubicBezTo>
                    <a:pt x="296809" y="34724"/>
                    <a:pt x="270076" y="42441"/>
                    <a:pt x="243068" y="46299"/>
                  </a:cubicBezTo>
                  <a:cubicBezTo>
                    <a:pt x="231493" y="50157"/>
                    <a:pt x="219009" y="51949"/>
                    <a:pt x="208344" y="57874"/>
                  </a:cubicBezTo>
                  <a:cubicBezTo>
                    <a:pt x="184023" y="71385"/>
                    <a:pt x="166339" y="99598"/>
                    <a:pt x="138896" y="104172"/>
                  </a:cubicBezTo>
                  <a:lnTo>
                    <a:pt x="69448" y="115747"/>
                  </a:lnTo>
                  <a:cubicBezTo>
                    <a:pt x="50157" y="111889"/>
                    <a:pt x="27944" y="115085"/>
                    <a:pt x="11575" y="104172"/>
                  </a:cubicBezTo>
                  <a:cubicBezTo>
                    <a:pt x="1423" y="97404"/>
                    <a:pt x="0" y="69448"/>
                    <a:pt x="0" y="69448"/>
                  </a:cubicBezTo>
                </a:path>
              </a:pathLst>
            </a:custGeom>
            <a:noFill/>
            <a:ln w="60325"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F68CAC3-5D17-FAD0-6FD6-B31979176560}"/>
                </a:ext>
              </a:extLst>
            </p:cNvPr>
            <p:cNvSpPr/>
            <p:nvPr/>
          </p:nvSpPr>
          <p:spPr>
            <a:xfrm>
              <a:off x="2776331" y="2696898"/>
              <a:ext cx="152064" cy="504000"/>
            </a:xfrm>
            <a:custGeom>
              <a:avLst/>
              <a:gdLst>
                <a:gd name="connsiteX0" fmla="*/ 152064 w 152064"/>
                <a:gd name="connsiteY0" fmla="*/ 381964 h 381964"/>
                <a:gd name="connsiteX1" fmla="*/ 71041 w 152064"/>
                <a:gd name="connsiteY1" fmla="*/ 358815 h 381964"/>
                <a:gd name="connsiteX2" fmla="*/ 47892 w 152064"/>
                <a:gd name="connsiteY2" fmla="*/ 324091 h 381964"/>
                <a:gd name="connsiteX3" fmla="*/ 24742 w 152064"/>
                <a:gd name="connsiteY3" fmla="*/ 300942 h 381964"/>
                <a:gd name="connsiteX4" fmla="*/ 13168 w 152064"/>
                <a:gd name="connsiteY4" fmla="*/ 127321 h 381964"/>
                <a:gd name="connsiteX5" fmla="*/ 24742 w 152064"/>
                <a:gd name="connsiteY5" fmla="*/ 92597 h 381964"/>
                <a:gd name="connsiteX6" fmla="*/ 71041 w 152064"/>
                <a:gd name="connsiteY6" fmla="*/ 23149 h 381964"/>
                <a:gd name="connsiteX7" fmla="*/ 82616 w 152064"/>
                <a:gd name="connsiteY7" fmla="*/ 0 h 381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064" h="381964">
                  <a:moveTo>
                    <a:pt x="152064" y="381964"/>
                  </a:moveTo>
                  <a:cubicBezTo>
                    <a:pt x="125056" y="374248"/>
                    <a:pt x="95595" y="372456"/>
                    <a:pt x="71041" y="358815"/>
                  </a:cubicBezTo>
                  <a:cubicBezTo>
                    <a:pt x="58881" y="352059"/>
                    <a:pt x="56582" y="334954"/>
                    <a:pt x="47892" y="324091"/>
                  </a:cubicBezTo>
                  <a:cubicBezTo>
                    <a:pt x="41075" y="315570"/>
                    <a:pt x="32459" y="308658"/>
                    <a:pt x="24742" y="300942"/>
                  </a:cubicBezTo>
                  <a:cubicBezTo>
                    <a:pt x="-6133" y="208314"/>
                    <a:pt x="-5858" y="241477"/>
                    <a:pt x="13168" y="127321"/>
                  </a:cubicBezTo>
                  <a:cubicBezTo>
                    <a:pt x="15174" y="115286"/>
                    <a:pt x="18817" y="103262"/>
                    <a:pt x="24742" y="92597"/>
                  </a:cubicBezTo>
                  <a:cubicBezTo>
                    <a:pt x="38254" y="68276"/>
                    <a:pt x="58598" y="48034"/>
                    <a:pt x="71041" y="23149"/>
                  </a:cubicBezTo>
                  <a:lnTo>
                    <a:pt x="82616" y="0"/>
                  </a:lnTo>
                </a:path>
              </a:pathLst>
            </a:custGeom>
            <a:noFill/>
            <a:ln w="44450"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EED8107-7CBE-5050-050C-9C89FB893C70}"/>
                </a:ext>
              </a:extLst>
            </p:cNvPr>
            <p:cNvSpPr/>
            <p:nvPr/>
          </p:nvSpPr>
          <p:spPr>
            <a:xfrm rot="14664654" flipH="1" flipV="1">
              <a:off x="5863384" y="3602787"/>
              <a:ext cx="151494" cy="563140"/>
            </a:xfrm>
            <a:custGeom>
              <a:avLst/>
              <a:gdLst>
                <a:gd name="connsiteX0" fmla="*/ 152064 w 152064"/>
                <a:gd name="connsiteY0" fmla="*/ 381964 h 381964"/>
                <a:gd name="connsiteX1" fmla="*/ 71041 w 152064"/>
                <a:gd name="connsiteY1" fmla="*/ 358815 h 381964"/>
                <a:gd name="connsiteX2" fmla="*/ 47892 w 152064"/>
                <a:gd name="connsiteY2" fmla="*/ 324091 h 381964"/>
                <a:gd name="connsiteX3" fmla="*/ 24742 w 152064"/>
                <a:gd name="connsiteY3" fmla="*/ 300942 h 381964"/>
                <a:gd name="connsiteX4" fmla="*/ 13168 w 152064"/>
                <a:gd name="connsiteY4" fmla="*/ 127321 h 381964"/>
                <a:gd name="connsiteX5" fmla="*/ 24742 w 152064"/>
                <a:gd name="connsiteY5" fmla="*/ 92597 h 381964"/>
                <a:gd name="connsiteX6" fmla="*/ 71041 w 152064"/>
                <a:gd name="connsiteY6" fmla="*/ 23149 h 381964"/>
                <a:gd name="connsiteX7" fmla="*/ 82616 w 152064"/>
                <a:gd name="connsiteY7" fmla="*/ 0 h 381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064" h="381964">
                  <a:moveTo>
                    <a:pt x="152064" y="381964"/>
                  </a:moveTo>
                  <a:cubicBezTo>
                    <a:pt x="125056" y="374248"/>
                    <a:pt x="95595" y="372456"/>
                    <a:pt x="71041" y="358815"/>
                  </a:cubicBezTo>
                  <a:cubicBezTo>
                    <a:pt x="58881" y="352059"/>
                    <a:pt x="56582" y="334954"/>
                    <a:pt x="47892" y="324091"/>
                  </a:cubicBezTo>
                  <a:cubicBezTo>
                    <a:pt x="41075" y="315570"/>
                    <a:pt x="32459" y="308658"/>
                    <a:pt x="24742" y="300942"/>
                  </a:cubicBezTo>
                  <a:cubicBezTo>
                    <a:pt x="-6133" y="208314"/>
                    <a:pt x="-5858" y="241477"/>
                    <a:pt x="13168" y="127321"/>
                  </a:cubicBezTo>
                  <a:cubicBezTo>
                    <a:pt x="15174" y="115286"/>
                    <a:pt x="18817" y="103262"/>
                    <a:pt x="24742" y="92597"/>
                  </a:cubicBezTo>
                  <a:cubicBezTo>
                    <a:pt x="38254" y="68276"/>
                    <a:pt x="58598" y="48034"/>
                    <a:pt x="71041" y="23149"/>
                  </a:cubicBezTo>
                  <a:lnTo>
                    <a:pt x="82616" y="0"/>
                  </a:lnTo>
                </a:path>
              </a:pathLst>
            </a:custGeom>
            <a:noFill/>
            <a:ln w="44450"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5509D7F-C566-AD61-D087-BCA41D3FCBCA}"/>
                </a:ext>
              </a:extLst>
            </p:cNvPr>
            <p:cNvSpPr/>
            <p:nvPr/>
          </p:nvSpPr>
          <p:spPr>
            <a:xfrm rot="14664654" flipH="1" flipV="1">
              <a:off x="5772715" y="3002833"/>
              <a:ext cx="151494" cy="563140"/>
            </a:xfrm>
            <a:custGeom>
              <a:avLst/>
              <a:gdLst>
                <a:gd name="connsiteX0" fmla="*/ 152064 w 152064"/>
                <a:gd name="connsiteY0" fmla="*/ 381964 h 381964"/>
                <a:gd name="connsiteX1" fmla="*/ 71041 w 152064"/>
                <a:gd name="connsiteY1" fmla="*/ 358815 h 381964"/>
                <a:gd name="connsiteX2" fmla="*/ 47892 w 152064"/>
                <a:gd name="connsiteY2" fmla="*/ 324091 h 381964"/>
                <a:gd name="connsiteX3" fmla="*/ 24742 w 152064"/>
                <a:gd name="connsiteY3" fmla="*/ 300942 h 381964"/>
                <a:gd name="connsiteX4" fmla="*/ 13168 w 152064"/>
                <a:gd name="connsiteY4" fmla="*/ 127321 h 381964"/>
                <a:gd name="connsiteX5" fmla="*/ 24742 w 152064"/>
                <a:gd name="connsiteY5" fmla="*/ 92597 h 381964"/>
                <a:gd name="connsiteX6" fmla="*/ 71041 w 152064"/>
                <a:gd name="connsiteY6" fmla="*/ 23149 h 381964"/>
                <a:gd name="connsiteX7" fmla="*/ 82616 w 152064"/>
                <a:gd name="connsiteY7" fmla="*/ 0 h 381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064" h="381964">
                  <a:moveTo>
                    <a:pt x="152064" y="381964"/>
                  </a:moveTo>
                  <a:cubicBezTo>
                    <a:pt x="125056" y="374248"/>
                    <a:pt x="95595" y="372456"/>
                    <a:pt x="71041" y="358815"/>
                  </a:cubicBezTo>
                  <a:cubicBezTo>
                    <a:pt x="58881" y="352059"/>
                    <a:pt x="56582" y="334954"/>
                    <a:pt x="47892" y="324091"/>
                  </a:cubicBezTo>
                  <a:cubicBezTo>
                    <a:pt x="41075" y="315570"/>
                    <a:pt x="32459" y="308658"/>
                    <a:pt x="24742" y="300942"/>
                  </a:cubicBezTo>
                  <a:cubicBezTo>
                    <a:pt x="-6133" y="208314"/>
                    <a:pt x="-5858" y="241477"/>
                    <a:pt x="13168" y="127321"/>
                  </a:cubicBezTo>
                  <a:cubicBezTo>
                    <a:pt x="15174" y="115286"/>
                    <a:pt x="18817" y="103262"/>
                    <a:pt x="24742" y="92597"/>
                  </a:cubicBezTo>
                  <a:cubicBezTo>
                    <a:pt x="38254" y="68276"/>
                    <a:pt x="58598" y="48034"/>
                    <a:pt x="71041" y="23149"/>
                  </a:cubicBezTo>
                  <a:lnTo>
                    <a:pt x="82616" y="0"/>
                  </a:lnTo>
                </a:path>
              </a:pathLst>
            </a:custGeom>
            <a:noFill/>
            <a:ln w="44450"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144F322-6F4D-7505-F6CF-39C0BA233DC4}"/>
                </a:ext>
              </a:extLst>
            </p:cNvPr>
            <p:cNvSpPr/>
            <p:nvPr/>
          </p:nvSpPr>
          <p:spPr>
            <a:xfrm>
              <a:off x="3866279" y="2617798"/>
              <a:ext cx="152064" cy="504000"/>
            </a:xfrm>
            <a:custGeom>
              <a:avLst/>
              <a:gdLst>
                <a:gd name="connsiteX0" fmla="*/ 152064 w 152064"/>
                <a:gd name="connsiteY0" fmla="*/ 381964 h 381964"/>
                <a:gd name="connsiteX1" fmla="*/ 71041 w 152064"/>
                <a:gd name="connsiteY1" fmla="*/ 358815 h 381964"/>
                <a:gd name="connsiteX2" fmla="*/ 47892 w 152064"/>
                <a:gd name="connsiteY2" fmla="*/ 324091 h 381964"/>
                <a:gd name="connsiteX3" fmla="*/ 24742 w 152064"/>
                <a:gd name="connsiteY3" fmla="*/ 300942 h 381964"/>
                <a:gd name="connsiteX4" fmla="*/ 13168 w 152064"/>
                <a:gd name="connsiteY4" fmla="*/ 127321 h 381964"/>
                <a:gd name="connsiteX5" fmla="*/ 24742 w 152064"/>
                <a:gd name="connsiteY5" fmla="*/ 92597 h 381964"/>
                <a:gd name="connsiteX6" fmla="*/ 71041 w 152064"/>
                <a:gd name="connsiteY6" fmla="*/ 23149 h 381964"/>
                <a:gd name="connsiteX7" fmla="*/ 82616 w 152064"/>
                <a:gd name="connsiteY7" fmla="*/ 0 h 381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064" h="381964">
                  <a:moveTo>
                    <a:pt x="152064" y="381964"/>
                  </a:moveTo>
                  <a:cubicBezTo>
                    <a:pt x="125056" y="374248"/>
                    <a:pt x="95595" y="372456"/>
                    <a:pt x="71041" y="358815"/>
                  </a:cubicBezTo>
                  <a:cubicBezTo>
                    <a:pt x="58881" y="352059"/>
                    <a:pt x="56582" y="334954"/>
                    <a:pt x="47892" y="324091"/>
                  </a:cubicBezTo>
                  <a:cubicBezTo>
                    <a:pt x="41075" y="315570"/>
                    <a:pt x="32459" y="308658"/>
                    <a:pt x="24742" y="300942"/>
                  </a:cubicBezTo>
                  <a:cubicBezTo>
                    <a:pt x="-6133" y="208314"/>
                    <a:pt x="-5858" y="241477"/>
                    <a:pt x="13168" y="127321"/>
                  </a:cubicBezTo>
                  <a:cubicBezTo>
                    <a:pt x="15174" y="115286"/>
                    <a:pt x="18817" y="103262"/>
                    <a:pt x="24742" y="92597"/>
                  </a:cubicBezTo>
                  <a:cubicBezTo>
                    <a:pt x="38254" y="68276"/>
                    <a:pt x="58598" y="48034"/>
                    <a:pt x="71041" y="23149"/>
                  </a:cubicBezTo>
                  <a:lnTo>
                    <a:pt x="82616" y="0"/>
                  </a:lnTo>
                </a:path>
              </a:pathLst>
            </a:custGeom>
            <a:noFill/>
            <a:ln w="44450"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DD214A3D-334B-2C8D-00E4-C15E707000A9}"/>
                </a:ext>
              </a:extLst>
            </p:cNvPr>
            <p:cNvSpPr/>
            <p:nvPr/>
          </p:nvSpPr>
          <p:spPr>
            <a:xfrm>
              <a:off x="1317351" y="4479403"/>
              <a:ext cx="430426" cy="2060293"/>
            </a:xfrm>
            <a:custGeom>
              <a:avLst/>
              <a:gdLst>
                <a:gd name="connsiteX0" fmla="*/ 430426 w 430426"/>
                <a:gd name="connsiteY0" fmla="*/ 2060293 h 2060293"/>
                <a:gd name="connsiteX1" fmla="*/ 303105 w 430426"/>
                <a:gd name="connsiteY1" fmla="*/ 1898248 h 2060293"/>
                <a:gd name="connsiteX2" fmla="*/ 279955 w 430426"/>
                <a:gd name="connsiteY2" fmla="*/ 1828800 h 2060293"/>
                <a:gd name="connsiteX3" fmla="*/ 291530 w 430426"/>
                <a:gd name="connsiteY3" fmla="*/ 1678329 h 2060293"/>
                <a:gd name="connsiteX4" fmla="*/ 314679 w 430426"/>
                <a:gd name="connsiteY4" fmla="*/ 1632030 h 2060293"/>
                <a:gd name="connsiteX5" fmla="*/ 349403 w 430426"/>
                <a:gd name="connsiteY5" fmla="*/ 1562582 h 2060293"/>
                <a:gd name="connsiteX6" fmla="*/ 360978 w 430426"/>
                <a:gd name="connsiteY6" fmla="*/ 1493134 h 2060293"/>
                <a:gd name="connsiteX7" fmla="*/ 372553 w 430426"/>
                <a:gd name="connsiteY7" fmla="*/ 1377387 h 2060293"/>
                <a:gd name="connsiteX8" fmla="*/ 303105 w 430426"/>
                <a:gd name="connsiteY8" fmla="*/ 1284789 h 2060293"/>
                <a:gd name="connsiteX9" fmla="*/ 233657 w 430426"/>
                <a:gd name="connsiteY9" fmla="*/ 1238491 h 2060293"/>
                <a:gd name="connsiteX10" fmla="*/ 164208 w 430426"/>
                <a:gd name="connsiteY10" fmla="*/ 1192192 h 2060293"/>
                <a:gd name="connsiteX11" fmla="*/ 129484 w 430426"/>
                <a:gd name="connsiteY11" fmla="*/ 1169043 h 2060293"/>
                <a:gd name="connsiteX12" fmla="*/ 106335 w 430426"/>
                <a:gd name="connsiteY12" fmla="*/ 1145893 h 2060293"/>
                <a:gd name="connsiteX13" fmla="*/ 71611 w 430426"/>
                <a:gd name="connsiteY13" fmla="*/ 1122744 h 2060293"/>
                <a:gd name="connsiteX14" fmla="*/ 25312 w 430426"/>
                <a:gd name="connsiteY14" fmla="*/ 1064870 h 2060293"/>
                <a:gd name="connsiteX15" fmla="*/ 36887 w 430426"/>
                <a:gd name="connsiteY15" fmla="*/ 740779 h 2060293"/>
                <a:gd name="connsiteX16" fmla="*/ 71611 w 430426"/>
                <a:gd name="connsiteY16" fmla="*/ 682906 h 2060293"/>
                <a:gd name="connsiteX17" fmla="*/ 106335 w 430426"/>
                <a:gd name="connsiteY17" fmla="*/ 601883 h 2060293"/>
                <a:gd name="connsiteX18" fmla="*/ 141059 w 430426"/>
                <a:gd name="connsiteY18" fmla="*/ 555584 h 2060293"/>
                <a:gd name="connsiteX19" fmla="*/ 210507 w 430426"/>
                <a:gd name="connsiteY19" fmla="*/ 451412 h 2060293"/>
                <a:gd name="connsiteX20" fmla="*/ 233657 w 430426"/>
                <a:gd name="connsiteY20" fmla="*/ 416688 h 2060293"/>
                <a:gd name="connsiteX21" fmla="*/ 256806 w 430426"/>
                <a:gd name="connsiteY21" fmla="*/ 254643 h 2060293"/>
                <a:gd name="connsiteX22" fmla="*/ 291530 w 430426"/>
                <a:gd name="connsiteY22" fmla="*/ 81022 h 2060293"/>
                <a:gd name="connsiteX23" fmla="*/ 303105 w 430426"/>
                <a:gd name="connsiteY23" fmla="*/ 0 h 2060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30426" h="2060293">
                  <a:moveTo>
                    <a:pt x="430426" y="2060293"/>
                  </a:moveTo>
                  <a:cubicBezTo>
                    <a:pt x="413292" y="2040711"/>
                    <a:pt x="316385" y="1938087"/>
                    <a:pt x="303105" y="1898248"/>
                  </a:cubicBezTo>
                  <a:lnTo>
                    <a:pt x="279955" y="1828800"/>
                  </a:lnTo>
                  <a:cubicBezTo>
                    <a:pt x="283813" y="1778643"/>
                    <a:pt x="282788" y="1727869"/>
                    <a:pt x="291530" y="1678329"/>
                  </a:cubicBezTo>
                  <a:cubicBezTo>
                    <a:pt x="294529" y="1661337"/>
                    <a:pt x="307882" y="1647889"/>
                    <a:pt x="314679" y="1632030"/>
                  </a:cubicBezTo>
                  <a:cubicBezTo>
                    <a:pt x="343431" y="1564942"/>
                    <a:pt x="304918" y="1629311"/>
                    <a:pt x="349403" y="1562582"/>
                  </a:cubicBezTo>
                  <a:cubicBezTo>
                    <a:pt x="353261" y="1539433"/>
                    <a:pt x="353557" y="1515398"/>
                    <a:pt x="360978" y="1493134"/>
                  </a:cubicBezTo>
                  <a:cubicBezTo>
                    <a:pt x="383581" y="1425326"/>
                    <a:pt x="416844" y="1492546"/>
                    <a:pt x="372553" y="1377387"/>
                  </a:cubicBezTo>
                  <a:cubicBezTo>
                    <a:pt x="366085" y="1360570"/>
                    <a:pt x="327929" y="1303407"/>
                    <a:pt x="303105" y="1284789"/>
                  </a:cubicBezTo>
                  <a:cubicBezTo>
                    <a:pt x="280847" y="1268096"/>
                    <a:pt x="256806" y="1253924"/>
                    <a:pt x="233657" y="1238491"/>
                  </a:cubicBezTo>
                  <a:lnTo>
                    <a:pt x="164208" y="1192192"/>
                  </a:lnTo>
                  <a:cubicBezTo>
                    <a:pt x="152633" y="1184476"/>
                    <a:pt x="139320" y="1178880"/>
                    <a:pt x="129484" y="1169043"/>
                  </a:cubicBezTo>
                  <a:cubicBezTo>
                    <a:pt x="121768" y="1161326"/>
                    <a:pt x="114856" y="1152710"/>
                    <a:pt x="106335" y="1145893"/>
                  </a:cubicBezTo>
                  <a:cubicBezTo>
                    <a:pt x="95472" y="1137203"/>
                    <a:pt x="82474" y="1131434"/>
                    <a:pt x="71611" y="1122744"/>
                  </a:cubicBezTo>
                  <a:cubicBezTo>
                    <a:pt x="48052" y="1103897"/>
                    <a:pt x="42499" y="1090649"/>
                    <a:pt x="25312" y="1064870"/>
                  </a:cubicBezTo>
                  <a:cubicBezTo>
                    <a:pt x="-14663" y="944937"/>
                    <a:pt x="-4656" y="990041"/>
                    <a:pt x="36887" y="740779"/>
                  </a:cubicBezTo>
                  <a:cubicBezTo>
                    <a:pt x="40585" y="718588"/>
                    <a:pt x="61550" y="703028"/>
                    <a:pt x="71611" y="682906"/>
                  </a:cubicBezTo>
                  <a:cubicBezTo>
                    <a:pt x="110993" y="604143"/>
                    <a:pt x="46122" y="698226"/>
                    <a:pt x="106335" y="601883"/>
                  </a:cubicBezTo>
                  <a:cubicBezTo>
                    <a:pt x="116559" y="585524"/>
                    <a:pt x="130078" y="571445"/>
                    <a:pt x="141059" y="555584"/>
                  </a:cubicBezTo>
                  <a:cubicBezTo>
                    <a:pt x="164814" y="521271"/>
                    <a:pt x="187358" y="486136"/>
                    <a:pt x="210507" y="451412"/>
                  </a:cubicBezTo>
                  <a:lnTo>
                    <a:pt x="233657" y="416688"/>
                  </a:lnTo>
                  <a:cubicBezTo>
                    <a:pt x="258303" y="342745"/>
                    <a:pt x="245535" y="389888"/>
                    <a:pt x="256806" y="254643"/>
                  </a:cubicBezTo>
                  <a:cubicBezTo>
                    <a:pt x="270346" y="92163"/>
                    <a:pt x="232566" y="139989"/>
                    <a:pt x="291530" y="81022"/>
                  </a:cubicBezTo>
                  <a:lnTo>
                    <a:pt x="303105" y="0"/>
                  </a:lnTo>
                </a:path>
              </a:pathLst>
            </a:custGeom>
            <a:noFill/>
            <a:ln w="60325"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A88707A2-4E5C-71EC-1C34-94CD881564EE}"/>
                </a:ext>
              </a:extLst>
            </p:cNvPr>
            <p:cNvSpPr/>
            <p:nvPr/>
          </p:nvSpPr>
          <p:spPr>
            <a:xfrm>
              <a:off x="1620455" y="3321936"/>
              <a:ext cx="254643" cy="1169043"/>
            </a:xfrm>
            <a:custGeom>
              <a:avLst/>
              <a:gdLst>
                <a:gd name="connsiteX0" fmla="*/ 0 w 254643"/>
                <a:gd name="connsiteY0" fmla="*/ 1169043 h 1169043"/>
                <a:gd name="connsiteX1" fmla="*/ 104173 w 254643"/>
                <a:gd name="connsiteY1" fmla="*/ 1088021 h 1169043"/>
                <a:gd name="connsiteX2" fmla="*/ 127322 w 254643"/>
                <a:gd name="connsiteY2" fmla="*/ 1053297 h 1169043"/>
                <a:gd name="connsiteX3" fmla="*/ 196770 w 254643"/>
                <a:gd name="connsiteY3" fmla="*/ 972274 h 1169043"/>
                <a:gd name="connsiteX4" fmla="*/ 219919 w 254643"/>
                <a:gd name="connsiteY4" fmla="*/ 902826 h 1169043"/>
                <a:gd name="connsiteX5" fmla="*/ 231494 w 254643"/>
                <a:gd name="connsiteY5" fmla="*/ 868102 h 1169043"/>
                <a:gd name="connsiteX6" fmla="*/ 254643 w 254643"/>
                <a:gd name="connsiteY6" fmla="*/ 775504 h 1169043"/>
                <a:gd name="connsiteX7" fmla="*/ 243069 w 254643"/>
                <a:gd name="connsiteY7" fmla="*/ 497712 h 1169043"/>
                <a:gd name="connsiteX8" fmla="*/ 196770 w 254643"/>
                <a:gd name="connsiteY8" fmla="*/ 393540 h 1169043"/>
                <a:gd name="connsiteX9" fmla="*/ 185195 w 254643"/>
                <a:gd name="connsiteY9" fmla="*/ 358816 h 1169043"/>
                <a:gd name="connsiteX10" fmla="*/ 162046 w 254643"/>
                <a:gd name="connsiteY10" fmla="*/ 324092 h 1169043"/>
                <a:gd name="connsiteX11" fmla="*/ 127322 w 254643"/>
                <a:gd name="connsiteY11" fmla="*/ 196770 h 1169043"/>
                <a:gd name="connsiteX12" fmla="*/ 104173 w 254643"/>
                <a:gd name="connsiteY12" fmla="*/ 57874 h 1169043"/>
                <a:gd name="connsiteX13" fmla="*/ 115747 w 254643"/>
                <a:gd name="connsiteY13" fmla="*/ 0 h 1169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4643" h="1169043">
                  <a:moveTo>
                    <a:pt x="0" y="1169043"/>
                  </a:moveTo>
                  <a:cubicBezTo>
                    <a:pt x="23728" y="1152094"/>
                    <a:pt x="79312" y="1119097"/>
                    <a:pt x="104173" y="1088021"/>
                  </a:cubicBezTo>
                  <a:cubicBezTo>
                    <a:pt x="112863" y="1077158"/>
                    <a:pt x="118269" y="1063859"/>
                    <a:pt x="127322" y="1053297"/>
                  </a:cubicBezTo>
                  <a:cubicBezTo>
                    <a:pt x="153800" y="1022406"/>
                    <a:pt x="180417" y="1009068"/>
                    <a:pt x="196770" y="972274"/>
                  </a:cubicBezTo>
                  <a:cubicBezTo>
                    <a:pt x="206680" y="949976"/>
                    <a:pt x="212203" y="925975"/>
                    <a:pt x="219919" y="902826"/>
                  </a:cubicBezTo>
                  <a:cubicBezTo>
                    <a:pt x="223777" y="891251"/>
                    <a:pt x="229101" y="880066"/>
                    <a:pt x="231494" y="868102"/>
                  </a:cubicBezTo>
                  <a:cubicBezTo>
                    <a:pt x="245462" y="798264"/>
                    <a:pt x="236848" y="828892"/>
                    <a:pt x="254643" y="775504"/>
                  </a:cubicBezTo>
                  <a:cubicBezTo>
                    <a:pt x="250785" y="682907"/>
                    <a:pt x="252291" y="589930"/>
                    <a:pt x="243069" y="497712"/>
                  </a:cubicBezTo>
                  <a:cubicBezTo>
                    <a:pt x="235604" y="423062"/>
                    <a:pt x="222005" y="444010"/>
                    <a:pt x="196770" y="393540"/>
                  </a:cubicBezTo>
                  <a:cubicBezTo>
                    <a:pt x="191314" y="382627"/>
                    <a:pt x="190651" y="369729"/>
                    <a:pt x="185195" y="358816"/>
                  </a:cubicBezTo>
                  <a:cubicBezTo>
                    <a:pt x="178974" y="346374"/>
                    <a:pt x="167696" y="336804"/>
                    <a:pt x="162046" y="324092"/>
                  </a:cubicBezTo>
                  <a:cubicBezTo>
                    <a:pt x="143084" y="281427"/>
                    <a:pt x="135292" y="241931"/>
                    <a:pt x="127322" y="196770"/>
                  </a:cubicBezTo>
                  <a:cubicBezTo>
                    <a:pt x="119165" y="150547"/>
                    <a:pt x="104173" y="57874"/>
                    <a:pt x="104173" y="57874"/>
                  </a:cubicBezTo>
                  <a:cubicBezTo>
                    <a:pt x="116683" y="7832"/>
                    <a:pt x="115747" y="27483"/>
                    <a:pt x="115747" y="0"/>
                  </a:cubicBezTo>
                </a:path>
              </a:pathLst>
            </a:custGeom>
            <a:noFill/>
            <a:ln w="60325"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CF4237EF-48E3-97DF-4D9B-DFD67C5611D3}"/>
                </a:ext>
              </a:extLst>
            </p:cNvPr>
            <p:cNvSpPr/>
            <p:nvPr/>
          </p:nvSpPr>
          <p:spPr>
            <a:xfrm>
              <a:off x="2789499" y="3321934"/>
              <a:ext cx="243069" cy="659757"/>
            </a:xfrm>
            <a:custGeom>
              <a:avLst/>
              <a:gdLst>
                <a:gd name="connsiteX0" fmla="*/ 0 w 243069"/>
                <a:gd name="connsiteY0" fmla="*/ 659757 h 659757"/>
                <a:gd name="connsiteX1" fmla="*/ 23150 w 243069"/>
                <a:gd name="connsiteY1" fmla="*/ 497712 h 659757"/>
                <a:gd name="connsiteX2" fmla="*/ 34724 w 243069"/>
                <a:gd name="connsiteY2" fmla="*/ 462988 h 659757"/>
                <a:gd name="connsiteX3" fmla="*/ 46299 w 243069"/>
                <a:gd name="connsiteY3" fmla="*/ 312517 h 659757"/>
                <a:gd name="connsiteX4" fmla="*/ 69448 w 243069"/>
                <a:gd name="connsiteY4" fmla="*/ 231494 h 659757"/>
                <a:gd name="connsiteX5" fmla="*/ 104173 w 243069"/>
                <a:gd name="connsiteY5" fmla="*/ 104172 h 659757"/>
                <a:gd name="connsiteX6" fmla="*/ 127322 w 243069"/>
                <a:gd name="connsiteY6" fmla="*/ 34724 h 659757"/>
                <a:gd name="connsiteX7" fmla="*/ 138897 w 243069"/>
                <a:gd name="connsiteY7" fmla="*/ 0 h 659757"/>
                <a:gd name="connsiteX8" fmla="*/ 243069 w 243069"/>
                <a:gd name="connsiteY8" fmla="*/ 0 h 65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3069" h="659757">
                  <a:moveTo>
                    <a:pt x="0" y="659757"/>
                  </a:moveTo>
                  <a:cubicBezTo>
                    <a:pt x="5007" y="619705"/>
                    <a:pt x="13613" y="540629"/>
                    <a:pt x="23150" y="497712"/>
                  </a:cubicBezTo>
                  <a:cubicBezTo>
                    <a:pt x="25797" y="485802"/>
                    <a:pt x="30866" y="474563"/>
                    <a:pt x="34724" y="462988"/>
                  </a:cubicBezTo>
                  <a:cubicBezTo>
                    <a:pt x="38582" y="412831"/>
                    <a:pt x="40421" y="362478"/>
                    <a:pt x="46299" y="312517"/>
                  </a:cubicBezTo>
                  <a:cubicBezTo>
                    <a:pt x="51109" y="271630"/>
                    <a:pt x="60301" y="268081"/>
                    <a:pt x="69448" y="231494"/>
                  </a:cubicBezTo>
                  <a:cubicBezTo>
                    <a:pt x="102167" y="100615"/>
                    <a:pt x="54512" y="253156"/>
                    <a:pt x="104173" y="104172"/>
                  </a:cubicBezTo>
                  <a:lnTo>
                    <a:pt x="127322" y="34724"/>
                  </a:lnTo>
                  <a:cubicBezTo>
                    <a:pt x="131180" y="23149"/>
                    <a:pt x="126696" y="0"/>
                    <a:pt x="138897" y="0"/>
                  </a:cubicBezTo>
                  <a:lnTo>
                    <a:pt x="243069" y="0"/>
                  </a:lnTo>
                </a:path>
              </a:pathLst>
            </a:custGeom>
            <a:noFill/>
            <a:ln w="603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16" name="Freeform 19">
              <a:extLst>
                <a:ext uri="{FF2B5EF4-FFF2-40B4-BE49-F238E27FC236}">
                  <a16:creationId xmlns:a16="http://schemas.microsoft.com/office/drawing/2014/main" id="{20FB5D73-9468-A674-0180-2A62C786E73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83298" y="4592878"/>
              <a:ext cx="880494" cy="828000"/>
            </a:xfrm>
            <a:custGeom>
              <a:avLst/>
              <a:gdLst>
                <a:gd name="connsiteX0" fmla="*/ 292742 w 617839"/>
                <a:gd name="connsiteY0" fmla="*/ 581002 h 581002"/>
                <a:gd name="connsiteX1" fmla="*/ 61248 w 617839"/>
                <a:gd name="connsiteY1" fmla="*/ 488405 h 581002"/>
                <a:gd name="connsiteX2" fmla="*/ 14949 w 617839"/>
                <a:gd name="connsiteY2" fmla="*/ 222187 h 581002"/>
                <a:gd name="connsiteX3" fmla="*/ 281167 w 617839"/>
                <a:gd name="connsiteY3" fmla="*/ 2268 h 581002"/>
                <a:gd name="connsiteX4" fmla="*/ 570534 w 617839"/>
                <a:gd name="connsiteY4" fmla="*/ 129590 h 581002"/>
                <a:gd name="connsiteX5" fmla="*/ 605258 w 617839"/>
                <a:gd name="connsiteY5" fmla="*/ 465255 h 581002"/>
                <a:gd name="connsiteX6" fmla="*/ 443213 w 617839"/>
                <a:gd name="connsiteY6" fmla="*/ 523129 h 581002"/>
                <a:gd name="connsiteX7" fmla="*/ 443213 w 617839"/>
                <a:gd name="connsiteY7" fmla="*/ 523129 h 58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7839" h="581002">
                  <a:moveTo>
                    <a:pt x="292742" y="581002"/>
                  </a:moveTo>
                  <a:cubicBezTo>
                    <a:pt x="200144" y="564604"/>
                    <a:pt x="107547" y="548207"/>
                    <a:pt x="61248" y="488405"/>
                  </a:cubicBezTo>
                  <a:cubicBezTo>
                    <a:pt x="14949" y="428603"/>
                    <a:pt x="-21704" y="303210"/>
                    <a:pt x="14949" y="222187"/>
                  </a:cubicBezTo>
                  <a:cubicBezTo>
                    <a:pt x="51602" y="141164"/>
                    <a:pt x="188569" y="17701"/>
                    <a:pt x="281167" y="2268"/>
                  </a:cubicBezTo>
                  <a:cubicBezTo>
                    <a:pt x="373765" y="-13165"/>
                    <a:pt x="516519" y="52425"/>
                    <a:pt x="570534" y="129590"/>
                  </a:cubicBezTo>
                  <a:cubicBezTo>
                    <a:pt x="624549" y="206754"/>
                    <a:pt x="626478" y="399665"/>
                    <a:pt x="605258" y="465255"/>
                  </a:cubicBezTo>
                  <a:cubicBezTo>
                    <a:pt x="584038" y="530845"/>
                    <a:pt x="443213" y="523129"/>
                    <a:pt x="443213" y="523129"/>
                  </a:cubicBezTo>
                  <a:lnTo>
                    <a:pt x="443213" y="523129"/>
                  </a:lnTo>
                </a:path>
              </a:pathLst>
            </a:custGeom>
            <a:noFill/>
            <a:ln w="38100">
              <a:headEnd type="none"/>
              <a:tailEnd type="arrow" w="sm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17" name="Freeform 22">
              <a:extLst>
                <a:ext uri="{FF2B5EF4-FFF2-40B4-BE49-F238E27FC236}">
                  <a16:creationId xmlns:a16="http://schemas.microsoft.com/office/drawing/2014/main" id="{1FB3799E-2B42-9A60-CED8-97B3C9646E29}"/>
                </a:ext>
              </a:extLst>
            </p:cNvPr>
            <p:cNvSpPr/>
            <p:nvPr/>
          </p:nvSpPr>
          <p:spPr>
            <a:xfrm rot="338509">
              <a:off x="1414129" y="2447373"/>
              <a:ext cx="3934047" cy="595424"/>
            </a:xfrm>
            <a:custGeom>
              <a:avLst/>
              <a:gdLst>
                <a:gd name="connsiteX0" fmla="*/ 0 w 3349256"/>
                <a:gd name="connsiteY0" fmla="*/ 595424 h 595424"/>
                <a:gd name="connsiteX1" fmla="*/ 95693 w 3349256"/>
                <a:gd name="connsiteY1" fmla="*/ 531628 h 595424"/>
                <a:gd name="connsiteX2" fmla="*/ 127591 w 3349256"/>
                <a:gd name="connsiteY2" fmla="*/ 520996 h 595424"/>
                <a:gd name="connsiteX3" fmla="*/ 148856 w 3349256"/>
                <a:gd name="connsiteY3" fmla="*/ 499730 h 595424"/>
                <a:gd name="connsiteX4" fmla="*/ 212651 w 3349256"/>
                <a:gd name="connsiteY4" fmla="*/ 478465 h 595424"/>
                <a:gd name="connsiteX5" fmla="*/ 287079 w 3349256"/>
                <a:gd name="connsiteY5" fmla="*/ 446568 h 595424"/>
                <a:gd name="connsiteX6" fmla="*/ 361507 w 3349256"/>
                <a:gd name="connsiteY6" fmla="*/ 404037 h 595424"/>
                <a:gd name="connsiteX7" fmla="*/ 393405 w 3349256"/>
                <a:gd name="connsiteY7" fmla="*/ 393405 h 595424"/>
                <a:gd name="connsiteX8" fmla="*/ 446568 w 3349256"/>
                <a:gd name="connsiteY8" fmla="*/ 372140 h 595424"/>
                <a:gd name="connsiteX9" fmla="*/ 478465 w 3349256"/>
                <a:gd name="connsiteY9" fmla="*/ 361507 h 595424"/>
                <a:gd name="connsiteX10" fmla="*/ 510363 w 3349256"/>
                <a:gd name="connsiteY10" fmla="*/ 340242 h 595424"/>
                <a:gd name="connsiteX11" fmla="*/ 574158 w 3349256"/>
                <a:gd name="connsiteY11" fmla="*/ 318977 h 595424"/>
                <a:gd name="connsiteX12" fmla="*/ 637954 w 3349256"/>
                <a:gd name="connsiteY12" fmla="*/ 297712 h 595424"/>
                <a:gd name="connsiteX13" fmla="*/ 701749 w 3349256"/>
                <a:gd name="connsiteY13" fmla="*/ 287079 h 595424"/>
                <a:gd name="connsiteX14" fmla="*/ 733647 w 3349256"/>
                <a:gd name="connsiteY14" fmla="*/ 276447 h 595424"/>
                <a:gd name="connsiteX15" fmla="*/ 797442 w 3349256"/>
                <a:gd name="connsiteY15" fmla="*/ 265814 h 595424"/>
                <a:gd name="connsiteX16" fmla="*/ 829340 w 3349256"/>
                <a:gd name="connsiteY16" fmla="*/ 255182 h 595424"/>
                <a:gd name="connsiteX17" fmla="*/ 882503 w 3349256"/>
                <a:gd name="connsiteY17" fmla="*/ 244549 h 595424"/>
                <a:gd name="connsiteX18" fmla="*/ 925033 w 3349256"/>
                <a:gd name="connsiteY18" fmla="*/ 233917 h 595424"/>
                <a:gd name="connsiteX19" fmla="*/ 978196 w 3349256"/>
                <a:gd name="connsiteY19" fmla="*/ 212651 h 595424"/>
                <a:gd name="connsiteX20" fmla="*/ 1052623 w 3349256"/>
                <a:gd name="connsiteY20" fmla="*/ 202019 h 595424"/>
                <a:gd name="connsiteX21" fmla="*/ 1190847 w 3349256"/>
                <a:gd name="connsiteY21" fmla="*/ 170121 h 595424"/>
                <a:gd name="connsiteX22" fmla="*/ 1275907 w 3349256"/>
                <a:gd name="connsiteY22" fmla="*/ 138224 h 595424"/>
                <a:gd name="connsiteX23" fmla="*/ 1329070 w 3349256"/>
                <a:gd name="connsiteY23" fmla="*/ 127591 h 595424"/>
                <a:gd name="connsiteX24" fmla="*/ 1360968 w 3349256"/>
                <a:gd name="connsiteY24" fmla="*/ 116958 h 595424"/>
                <a:gd name="connsiteX25" fmla="*/ 1488558 w 3349256"/>
                <a:gd name="connsiteY25" fmla="*/ 95693 h 595424"/>
                <a:gd name="connsiteX26" fmla="*/ 1573619 w 3349256"/>
                <a:gd name="connsiteY26" fmla="*/ 85061 h 595424"/>
                <a:gd name="connsiteX27" fmla="*/ 1669312 w 3349256"/>
                <a:gd name="connsiteY27" fmla="*/ 74428 h 595424"/>
                <a:gd name="connsiteX28" fmla="*/ 1828800 w 3349256"/>
                <a:gd name="connsiteY28" fmla="*/ 42530 h 595424"/>
                <a:gd name="connsiteX29" fmla="*/ 2020186 w 3349256"/>
                <a:gd name="connsiteY29" fmla="*/ 10633 h 595424"/>
                <a:gd name="connsiteX30" fmla="*/ 2083982 w 3349256"/>
                <a:gd name="connsiteY30" fmla="*/ 0 h 595424"/>
                <a:gd name="connsiteX31" fmla="*/ 2913321 w 3349256"/>
                <a:gd name="connsiteY31" fmla="*/ 10633 h 595424"/>
                <a:gd name="connsiteX32" fmla="*/ 2955851 w 3349256"/>
                <a:gd name="connsiteY32" fmla="*/ 31898 h 595424"/>
                <a:gd name="connsiteX33" fmla="*/ 2998382 w 3349256"/>
                <a:gd name="connsiteY33" fmla="*/ 42530 h 595424"/>
                <a:gd name="connsiteX34" fmla="*/ 3030279 w 3349256"/>
                <a:gd name="connsiteY34" fmla="*/ 53163 h 595424"/>
                <a:gd name="connsiteX35" fmla="*/ 3157870 w 3349256"/>
                <a:gd name="connsiteY35" fmla="*/ 63796 h 595424"/>
                <a:gd name="connsiteX36" fmla="*/ 3221665 w 3349256"/>
                <a:gd name="connsiteY36" fmla="*/ 74428 h 595424"/>
                <a:gd name="connsiteX37" fmla="*/ 3349256 w 3349256"/>
                <a:gd name="connsiteY37" fmla="*/ 95693 h 595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349256" h="595424">
                  <a:moveTo>
                    <a:pt x="0" y="595424"/>
                  </a:moveTo>
                  <a:cubicBezTo>
                    <a:pt x="31898" y="574159"/>
                    <a:pt x="62579" y="550945"/>
                    <a:pt x="95693" y="531628"/>
                  </a:cubicBezTo>
                  <a:cubicBezTo>
                    <a:pt x="105374" y="525981"/>
                    <a:pt x="117980" y="526762"/>
                    <a:pt x="127591" y="520996"/>
                  </a:cubicBezTo>
                  <a:cubicBezTo>
                    <a:pt x="136187" y="515838"/>
                    <a:pt x="139890" y="504213"/>
                    <a:pt x="148856" y="499730"/>
                  </a:cubicBezTo>
                  <a:cubicBezTo>
                    <a:pt x="168905" y="489705"/>
                    <a:pt x="192602" y="488489"/>
                    <a:pt x="212651" y="478465"/>
                  </a:cubicBezTo>
                  <a:cubicBezTo>
                    <a:pt x="265206" y="452188"/>
                    <a:pt x="240145" y="462212"/>
                    <a:pt x="287079" y="446568"/>
                  </a:cubicBezTo>
                  <a:cubicBezTo>
                    <a:pt x="319110" y="425215"/>
                    <a:pt x="323741" y="420223"/>
                    <a:pt x="361507" y="404037"/>
                  </a:cubicBezTo>
                  <a:cubicBezTo>
                    <a:pt x="371809" y="399622"/>
                    <a:pt x="382911" y="397340"/>
                    <a:pt x="393405" y="393405"/>
                  </a:cubicBezTo>
                  <a:cubicBezTo>
                    <a:pt x="411276" y="386704"/>
                    <a:pt x="428697" y="378842"/>
                    <a:pt x="446568" y="372140"/>
                  </a:cubicBezTo>
                  <a:cubicBezTo>
                    <a:pt x="457062" y="368205"/>
                    <a:pt x="468441" y="366519"/>
                    <a:pt x="478465" y="361507"/>
                  </a:cubicBezTo>
                  <a:cubicBezTo>
                    <a:pt x="489895" y="355792"/>
                    <a:pt x="498686" y="345432"/>
                    <a:pt x="510363" y="340242"/>
                  </a:cubicBezTo>
                  <a:cubicBezTo>
                    <a:pt x="530846" y="331138"/>
                    <a:pt x="552893" y="326065"/>
                    <a:pt x="574158" y="318977"/>
                  </a:cubicBezTo>
                  <a:cubicBezTo>
                    <a:pt x="574165" y="318975"/>
                    <a:pt x="637946" y="297713"/>
                    <a:pt x="637954" y="297712"/>
                  </a:cubicBezTo>
                  <a:cubicBezTo>
                    <a:pt x="659219" y="294168"/>
                    <a:pt x="680704" y="291756"/>
                    <a:pt x="701749" y="287079"/>
                  </a:cubicBezTo>
                  <a:cubicBezTo>
                    <a:pt x="712690" y="284648"/>
                    <a:pt x="722706" y="278878"/>
                    <a:pt x="733647" y="276447"/>
                  </a:cubicBezTo>
                  <a:cubicBezTo>
                    <a:pt x="754692" y="271770"/>
                    <a:pt x="776397" y="270491"/>
                    <a:pt x="797442" y="265814"/>
                  </a:cubicBezTo>
                  <a:cubicBezTo>
                    <a:pt x="808383" y="263383"/>
                    <a:pt x="818467" y="257900"/>
                    <a:pt x="829340" y="255182"/>
                  </a:cubicBezTo>
                  <a:cubicBezTo>
                    <a:pt x="846872" y="250799"/>
                    <a:pt x="864861" y="248469"/>
                    <a:pt x="882503" y="244549"/>
                  </a:cubicBezTo>
                  <a:cubicBezTo>
                    <a:pt x="896768" y="241379"/>
                    <a:pt x="911170" y="238538"/>
                    <a:pt x="925033" y="233917"/>
                  </a:cubicBezTo>
                  <a:cubicBezTo>
                    <a:pt x="943140" y="227881"/>
                    <a:pt x="959680" y="217280"/>
                    <a:pt x="978196" y="212651"/>
                  </a:cubicBezTo>
                  <a:cubicBezTo>
                    <a:pt x="1002509" y="206573"/>
                    <a:pt x="1027903" y="206139"/>
                    <a:pt x="1052623" y="202019"/>
                  </a:cubicBezTo>
                  <a:cubicBezTo>
                    <a:pt x="1081971" y="197128"/>
                    <a:pt x="1173115" y="177214"/>
                    <a:pt x="1190847" y="170121"/>
                  </a:cubicBezTo>
                  <a:cubicBezTo>
                    <a:pt x="1207112" y="163615"/>
                    <a:pt x="1253680" y="143781"/>
                    <a:pt x="1275907" y="138224"/>
                  </a:cubicBezTo>
                  <a:cubicBezTo>
                    <a:pt x="1293439" y="133841"/>
                    <a:pt x="1311538" y="131974"/>
                    <a:pt x="1329070" y="127591"/>
                  </a:cubicBezTo>
                  <a:cubicBezTo>
                    <a:pt x="1339943" y="124873"/>
                    <a:pt x="1350095" y="119676"/>
                    <a:pt x="1360968" y="116958"/>
                  </a:cubicBezTo>
                  <a:cubicBezTo>
                    <a:pt x="1399946" y="107213"/>
                    <a:pt x="1449990" y="100835"/>
                    <a:pt x="1488558" y="95693"/>
                  </a:cubicBezTo>
                  <a:lnTo>
                    <a:pt x="1573619" y="85061"/>
                  </a:lnTo>
                  <a:cubicBezTo>
                    <a:pt x="1605493" y="81311"/>
                    <a:pt x="1637611" y="79434"/>
                    <a:pt x="1669312" y="74428"/>
                  </a:cubicBezTo>
                  <a:cubicBezTo>
                    <a:pt x="1871563" y="42493"/>
                    <a:pt x="1701092" y="63814"/>
                    <a:pt x="1828800" y="42530"/>
                  </a:cubicBezTo>
                  <a:lnTo>
                    <a:pt x="2020186" y="10633"/>
                  </a:lnTo>
                  <a:lnTo>
                    <a:pt x="2083982" y="0"/>
                  </a:lnTo>
                  <a:cubicBezTo>
                    <a:pt x="2360428" y="3544"/>
                    <a:pt x="2637037" y="525"/>
                    <a:pt x="2913321" y="10633"/>
                  </a:cubicBezTo>
                  <a:cubicBezTo>
                    <a:pt x="2929160" y="11212"/>
                    <a:pt x="2941010" y="26333"/>
                    <a:pt x="2955851" y="31898"/>
                  </a:cubicBezTo>
                  <a:cubicBezTo>
                    <a:pt x="2969534" y="37029"/>
                    <a:pt x="2984331" y="38515"/>
                    <a:pt x="2998382" y="42530"/>
                  </a:cubicBezTo>
                  <a:cubicBezTo>
                    <a:pt x="3009158" y="45609"/>
                    <a:pt x="3019170" y="51682"/>
                    <a:pt x="3030279" y="53163"/>
                  </a:cubicBezTo>
                  <a:cubicBezTo>
                    <a:pt x="3072582" y="58804"/>
                    <a:pt x="3115453" y="59083"/>
                    <a:pt x="3157870" y="63796"/>
                  </a:cubicBezTo>
                  <a:cubicBezTo>
                    <a:pt x="3179296" y="66177"/>
                    <a:pt x="3200273" y="71754"/>
                    <a:pt x="3221665" y="74428"/>
                  </a:cubicBezTo>
                  <a:cubicBezTo>
                    <a:pt x="3343490" y="89656"/>
                    <a:pt x="3294438" y="68285"/>
                    <a:pt x="3349256" y="95693"/>
                  </a:cubicBezTo>
                </a:path>
              </a:pathLst>
            </a:custGeom>
            <a:noFill/>
            <a:ln w="50800">
              <a:prstDash val="dash"/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57FCEAE-1859-A0D6-8B28-76E5DF5200D4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2835798" y="3426106"/>
            <a:ext cx="54699" cy="208345"/>
          </a:xfrm>
          <a:prstGeom prst="straightConnector1">
            <a:avLst/>
          </a:prstGeom>
          <a:ln w="57150">
            <a:solidFill>
              <a:srgbClr val="0424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0024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2C5CA-C156-3D02-2A20-DBBF5C81F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4CA623-EFE3-AAFD-0A10-A4C4BD0447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599" y="0"/>
            <a:ext cx="10972799" cy="685799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F4BF3C5-FFD5-9C4F-B8A7-F75F30FB0FD0}"/>
              </a:ext>
            </a:extLst>
          </p:cNvPr>
          <p:cNvGrpSpPr/>
          <p:nvPr/>
        </p:nvGrpSpPr>
        <p:grpSpPr>
          <a:xfrm>
            <a:off x="1317351" y="2447373"/>
            <a:ext cx="4903350" cy="4092323"/>
            <a:chOff x="1317351" y="2447373"/>
            <a:chExt cx="4903350" cy="4092323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7EC25ACF-A441-3914-72F1-0C9622300B42}"/>
                </a:ext>
              </a:extLst>
            </p:cNvPr>
            <p:cNvSpPr/>
            <p:nvPr/>
          </p:nvSpPr>
          <p:spPr>
            <a:xfrm>
              <a:off x="1935124" y="3965950"/>
              <a:ext cx="2775097" cy="1414131"/>
            </a:xfrm>
            <a:custGeom>
              <a:avLst/>
              <a:gdLst>
                <a:gd name="connsiteX0" fmla="*/ 0 w 2775097"/>
                <a:gd name="connsiteY0" fmla="*/ 297712 h 1414131"/>
                <a:gd name="connsiteX1" fmla="*/ 53163 w 2775097"/>
                <a:gd name="connsiteY1" fmla="*/ 223284 h 1414131"/>
                <a:gd name="connsiteX2" fmla="*/ 85060 w 2775097"/>
                <a:gd name="connsiteY2" fmla="*/ 212652 h 1414131"/>
                <a:gd name="connsiteX3" fmla="*/ 138223 w 2775097"/>
                <a:gd name="connsiteY3" fmla="*/ 180754 h 1414131"/>
                <a:gd name="connsiteX4" fmla="*/ 202018 w 2775097"/>
                <a:gd name="connsiteY4" fmla="*/ 138224 h 1414131"/>
                <a:gd name="connsiteX5" fmla="*/ 233916 w 2775097"/>
                <a:gd name="connsiteY5" fmla="*/ 127591 h 1414131"/>
                <a:gd name="connsiteX6" fmla="*/ 265814 w 2775097"/>
                <a:gd name="connsiteY6" fmla="*/ 106326 h 1414131"/>
                <a:gd name="connsiteX7" fmla="*/ 361507 w 2775097"/>
                <a:gd name="connsiteY7" fmla="*/ 95693 h 1414131"/>
                <a:gd name="connsiteX8" fmla="*/ 457200 w 2775097"/>
                <a:gd name="connsiteY8" fmla="*/ 74428 h 1414131"/>
                <a:gd name="connsiteX9" fmla="*/ 520995 w 2775097"/>
                <a:gd name="connsiteY9" fmla="*/ 53163 h 1414131"/>
                <a:gd name="connsiteX10" fmla="*/ 584791 w 2775097"/>
                <a:gd name="connsiteY10" fmla="*/ 31898 h 1414131"/>
                <a:gd name="connsiteX11" fmla="*/ 616688 w 2775097"/>
                <a:gd name="connsiteY11" fmla="*/ 21265 h 1414131"/>
                <a:gd name="connsiteX12" fmla="*/ 723014 w 2775097"/>
                <a:gd name="connsiteY12" fmla="*/ 0 h 1414131"/>
                <a:gd name="connsiteX13" fmla="*/ 850604 w 2775097"/>
                <a:gd name="connsiteY13" fmla="*/ 31898 h 1414131"/>
                <a:gd name="connsiteX14" fmla="*/ 871870 w 2775097"/>
                <a:gd name="connsiteY14" fmla="*/ 53163 h 1414131"/>
                <a:gd name="connsiteX15" fmla="*/ 903767 w 2775097"/>
                <a:gd name="connsiteY15" fmla="*/ 116959 h 1414131"/>
                <a:gd name="connsiteX16" fmla="*/ 935665 w 2775097"/>
                <a:gd name="connsiteY16" fmla="*/ 233917 h 1414131"/>
                <a:gd name="connsiteX17" fmla="*/ 925032 w 2775097"/>
                <a:gd name="connsiteY17" fmla="*/ 361507 h 1414131"/>
                <a:gd name="connsiteX18" fmla="*/ 903767 w 2775097"/>
                <a:gd name="connsiteY18" fmla="*/ 489098 h 1414131"/>
                <a:gd name="connsiteX19" fmla="*/ 925032 w 2775097"/>
                <a:gd name="connsiteY19" fmla="*/ 669852 h 1414131"/>
                <a:gd name="connsiteX20" fmla="*/ 967563 w 2775097"/>
                <a:gd name="connsiteY20" fmla="*/ 723014 h 1414131"/>
                <a:gd name="connsiteX21" fmla="*/ 1020725 w 2775097"/>
                <a:gd name="connsiteY21" fmla="*/ 786810 h 1414131"/>
                <a:gd name="connsiteX22" fmla="*/ 1084521 w 2775097"/>
                <a:gd name="connsiteY22" fmla="*/ 829340 h 1414131"/>
                <a:gd name="connsiteX23" fmla="*/ 1116418 w 2775097"/>
                <a:gd name="connsiteY23" fmla="*/ 850605 h 1414131"/>
                <a:gd name="connsiteX24" fmla="*/ 1169581 w 2775097"/>
                <a:gd name="connsiteY24" fmla="*/ 893135 h 1414131"/>
                <a:gd name="connsiteX25" fmla="*/ 1190846 w 2775097"/>
                <a:gd name="connsiteY25" fmla="*/ 925033 h 1414131"/>
                <a:gd name="connsiteX26" fmla="*/ 1265274 w 2775097"/>
                <a:gd name="connsiteY26" fmla="*/ 1020726 h 1414131"/>
                <a:gd name="connsiteX27" fmla="*/ 1297172 w 2775097"/>
                <a:gd name="connsiteY27" fmla="*/ 1084521 h 1414131"/>
                <a:gd name="connsiteX28" fmla="*/ 1594884 w 2775097"/>
                <a:gd name="connsiteY28" fmla="*/ 1116419 h 1414131"/>
                <a:gd name="connsiteX29" fmla="*/ 1626781 w 2775097"/>
                <a:gd name="connsiteY29" fmla="*/ 1127052 h 1414131"/>
                <a:gd name="connsiteX30" fmla="*/ 1669311 w 2775097"/>
                <a:gd name="connsiteY30" fmla="*/ 1137684 h 1414131"/>
                <a:gd name="connsiteX31" fmla="*/ 1733107 w 2775097"/>
                <a:gd name="connsiteY31" fmla="*/ 1158949 h 1414131"/>
                <a:gd name="connsiteX32" fmla="*/ 1807535 w 2775097"/>
                <a:gd name="connsiteY32" fmla="*/ 1244010 h 1414131"/>
                <a:gd name="connsiteX33" fmla="*/ 1828800 w 2775097"/>
                <a:gd name="connsiteY33" fmla="*/ 1275907 h 1414131"/>
                <a:gd name="connsiteX34" fmla="*/ 1860697 w 2775097"/>
                <a:gd name="connsiteY34" fmla="*/ 1297172 h 1414131"/>
                <a:gd name="connsiteX35" fmla="*/ 1871330 w 2775097"/>
                <a:gd name="connsiteY35" fmla="*/ 1329070 h 1414131"/>
                <a:gd name="connsiteX36" fmla="*/ 1903228 w 2775097"/>
                <a:gd name="connsiteY36" fmla="*/ 1350335 h 1414131"/>
                <a:gd name="connsiteX37" fmla="*/ 1935125 w 2775097"/>
                <a:gd name="connsiteY37" fmla="*/ 1382233 h 1414131"/>
                <a:gd name="connsiteX38" fmla="*/ 1998921 w 2775097"/>
                <a:gd name="connsiteY38" fmla="*/ 1403498 h 1414131"/>
                <a:gd name="connsiteX39" fmla="*/ 2030818 w 2775097"/>
                <a:gd name="connsiteY39" fmla="*/ 1414131 h 1414131"/>
                <a:gd name="connsiteX40" fmla="*/ 2349795 w 2775097"/>
                <a:gd name="connsiteY40" fmla="*/ 1403498 h 1414131"/>
                <a:gd name="connsiteX41" fmla="*/ 2413591 w 2775097"/>
                <a:gd name="connsiteY41" fmla="*/ 1382233 h 1414131"/>
                <a:gd name="connsiteX42" fmla="*/ 2445488 w 2775097"/>
                <a:gd name="connsiteY42" fmla="*/ 1360968 h 1414131"/>
                <a:gd name="connsiteX43" fmla="*/ 2477386 w 2775097"/>
                <a:gd name="connsiteY43" fmla="*/ 1350335 h 1414131"/>
                <a:gd name="connsiteX44" fmla="*/ 2551814 w 2775097"/>
                <a:gd name="connsiteY44" fmla="*/ 1297172 h 1414131"/>
                <a:gd name="connsiteX45" fmla="*/ 2647507 w 2775097"/>
                <a:gd name="connsiteY45" fmla="*/ 1265275 h 1414131"/>
                <a:gd name="connsiteX46" fmla="*/ 2743200 w 2775097"/>
                <a:gd name="connsiteY46" fmla="*/ 1233377 h 1414131"/>
                <a:gd name="connsiteX47" fmla="*/ 2775097 w 2775097"/>
                <a:gd name="connsiteY47" fmla="*/ 1222745 h 141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2775097" h="1414131">
                  <a:moveTo>
                    <a:pt x="0" y="297712"/>
                  </a:moveTo>
                  <a:cubicBezTo>
                    <a:pt x="17721" y="272903"/>
                    <a:pt x="31605" y="244842"/>
                    <a:pt x="53163" y="223284"/>
                  </a:cubicBezTo>
                  <a:cubicBezTo>
                    <a:pt x="61088" y="215359"/>
                    <a:pt x="75450" y="218418"/>
                    <a:pt x="85060" y="212652"/>
                  </a:cubicBezTo>
                  <a:cubicBezTo>
                    <a:pt x="158032" y="168868"/>
                    <a:pt x="47865" y="210871"/>
                    <a:pt x="138223" y="180754"/>
                  </a:cubicBezTo>
                  <a:cubicBezTo>
                    <a:pt x="159488" y="166577"/>
                    <a:pt x="177772" y="146306"/>
                    <a:pt x="202018" y="138224"/>
                  </a:cubicBezTo>
                  <a:cubicBezTo>
                    <a:pt x="212651" y="134680"/>
                    <a:pt x="223891" y="132603"/>
                    <a:pt x="233916" y="127591"/>
                  </a:cubicBezTo>
                  <a:cubicBezTo>
                    <a:pt x="245346" y="121876"/>
                    <a:pt x="253417" y="109425"/>
                    <a:pt x="265814" y="106326"/>
                  </a:cubicBezTo>
                  <a:cubicBezTo>
                    <a:pt x="296950" y="98542"/>
                    <a:pt x="329736" y="100232"/>
                    <a:pt x="361507" y="95693"/>
                  </a:cubicBezTo>
                  <a:cubicBezTo>
                    <a:pt x="380832" y="92932"/>
                    <a:pt x="436086" y="80762"/>
                    <a:pt x="457200" y="74428"/>
                  </a:cubicBezTo>
                  <a:cubicBezTo>
                    <a:pt x="478670" y="67987"/>
                    <a:pt x="499730" y="60251"/>
                    <a:pt x="520995" y="53163"/>
                  </a:cubicBezTo>
                  <a:lnTo>
                    <a:pt x="584791" y="31898"/>
                  </a:lnTo>
                  <a:cubicBezTo>
                    <a:pt x="595423" y="28354"/>
                    <a:pt x="605698" y="23463"/>
                    <a:pt x="616688" y="21265"/>
                  </a:cubicBezTo>
                  <a:lnTo>
                    <a:pt x="723014" y="0"/>
                  </a:lnTo>
                  <a:cubicBezTo>
                    <a:pt x="802925" y="8879"/>
                    <a:pt x="803344" y="-5910"/>
                    <a:pt x="850604" y="31898"/>
                  </a:cubicBezTo>
                  <a:cubicBezTo>
                    <a:pt x="858432" y="38160"/>
                    <a:pt x="864781" y="46075"/>
                    <a:pt x="871870" y="53163"/>
                  </a:cubicBezTo>
                  <a:cubicBezTo>
                    <a:pt x="910640" y="169480"/>
                    <a:pt x="848810" y="-6695"/>
                    <a:pt x="903767" y="116959"/>
                  </a:cubicBezTo>
                  <a:cubicBezTo>
                    <a:pt x="923388" y="161107"/>
                    <a:pt x="926569" y="188437"/>
                    <a:pt x="935665" y="233917"/>
                  </a:cubicBezTo>
                  <a:cubicBezTo>
                    <a:pt x="932121" y="276447"/>
                    <a:pt x="929078" y="319022"/>
                    <a:pt x="925032" y="361507"/>
                  </a:cubicBezTo>
                  <a:cubicBezTo>
                    <a:pt x="915536" y="461220"/>
                    <a:pt x="923721" y="429239"/>
                    <a:pt x="903767" y="489098"/>
                  </a:cubicBezTo>
                  <a:cubicBezTo>
                    <a:pt x="905446" y="512603"/>
                    <a:pt x="900867" y="621522"/>
                    <a:pt x="925032" y="669852"/>
                  </a:cubicBezTo>
                  <a:cubicBezTo>
                    <a:pt x="946849" y="713487"/>
                    <a:pt x="941190" y="690048"/>
                    <a:pt x="967563" y="723014"/>
                  </a:cubicBezTo>
                  <a:cubicBezTo>
                    <a:pt x="996473" y="759150"/>
                    <a:pt x="980611" y="755610"/>
                    <a:pt x="1020725" y="786810"/>
                  </a:cubicBezTo>
                  <a:cubicBezTo>
                    <a:pt x="1040899" y="802501"/>
                    <a:pt x="1063256" y="815163"/>
                    <a:pt x="1084521" y="829340"/>
                  </a:cubicBezTo>
                  <a:cubicBezTo>
                    <a:pt x="1095153" y="836428"/>
                    <a:pt x="1107382" y="841569"/>
                    <a:pt x="1116418" y="850605"/>
                  </a:cubicBezTo>
                  <a:cubicBezTo>
                    <a:pt x="1146720" y="880906"/>
                    <a:pt x="1129343" y="866309"/>
                    <a:pt x="1169581" y="893135"/>
                  </a:cubicBezTo>
                  <a:cubicBezTo>
                    <a:pt x="1176669" y="903768"/>
                    <a:pt x="1182665" y="915216"/>
                    <a:pt x="1190846" y="925033"/>
                  </a:cubicBezTo>
                  <a:cubicBezTo>
                    <a:pt x="1221427" y="961730"/>
                    <a:pt x="1247358" y="966978"/>
                    <a:pt x="1265274" y="1020726"/>
                  </a:cubicBezTo>
                  <a:cubicBezTo>
                    <a:pt x="1271067" y="1038106"/>
                    <a:pt x="1279815" y="1073673"/>
                    <a:pt x="1297172" y="1084521"/>
                  </a:cubicBezTo>
                  <a:cubicBezTo>
                    <a:pt x="1365643" y="1127315"/>
                    <a:pt x="1580134" y="1115749"/>
                    <a:pt x="1594884" y="1116419"/>
                  </a:cubicBezTo>
                  <a:cubicBezTo>
                    <a:pt x="1605516" y="1119963"/>
                    <a:pt x="1616005" y="1123973"/>
                    <a:pt x="1626781" y="1127052"/>
                  </a:cubicBezTo>
                  <a:cubicBezTo>
                    <a:pt x="1640832" y="1131067"/>
                    <a:pt x="1655314" y="1133485"/>
                    <a:pt x="1669311" y="1137684"/>
                  </a:cubicBezTo>
                  <a:cubicBezTo>
                    <a:pt x="1690781" y="1144125"/>
                    <a:pt x="1733107" y="1158949"/>
                    <a:pt x="1733107" y="1158949"/>
                  </a:cubicBezTo>
                  <a:cubicBezTo>
                    <a:pt x="1782725" y="1233378"/>
                    <a:pt x="1754372" y="1208568"/>
                    <a:pt x="1807535" y="1244010"/>
                  </a:cubicBezTo>
                  <a:cubicBezTo>
                    <a:pt x="1814623" y="1254642"/>
                    <a:pt x="1819764" y="1266871"/>
                    <a:pt x="1828800" y="1275907"/>
                  </a:cubicBezTo>
                  <a:cubicBezTo>
                    <a:pt x="1837836" y="1284943"/>
                    <a:pt x="1852714" y="1287194"/>
                    <a:pt x="1860697" y="1297172"/>
                  </a:cubicBezTo>
                  <a:cubicBezTo>
                    <a:pt x="1867698" y="1305924"/>
                    <a:pt x="1864328" y="1320318"/>
                    <a:pt x="1871330" y="1329070"/>
                  </a:cubicBezTo>
                  <a:cubicBezTo>
                    <a:pt x="1879313" y="1339049"/>
                    <a:pt x="1893411" y="1342154"/>
                    <a:pt x="1903228" y="1350335"/>
                  </a:cubicBezTo>
                  <a:cubicBezTo>
                    <a:pt x="1914779" y="1359961"/>
                    <a:pt x="1921981" y="1374931"/>
                    <a:pt x="1935125" y="1382233"/>
                  </a:cubicBezTo>
                  <a:cubicBezTo>
                    <a:pt x="1954720" y="1393119"/>
                    <a:pt x="1977656" y="1396409"/>
                    <a:pt x="1998921" y="1403498"/>
                  </a:cubicBezTo>
                  <a:lnTo>
                    <a:pt x="2030818" y="1414131"/>
                  </a:lnTo>
                  <a:cubicBezTo>
                    <a:pt x="2137144" y="1410587"/>
                    <a:pt x="2243778" y="1412333"/>
                    <a:pt x="2349795" y="1403498"/>
                  </a:cubicBezTo>
                  <a:cubicBezTo>
                    <a:pt x="2372133" y="1401636"/>
                    <a:pt x="2413591" y="1382233"/>
                    <a:pt x="2413591" y="1382233"/>
                  </a:cubicBezTo>
                  <a:cubicBezTo>
                    <a:pt x="2424223" y="1375145"/>
                    <a:pt x="2434059" y="1366683"/>
                    <a:pt x="2445488" y="1360968"/>
                  </a:cubicBezTo>
                  <a:cubicBezTo>
                    <a:pt x="2455513" y="1355956"/>
                    <a:pt x="2467655" y="1355896"/>
                    <a:pt x="2477386" y="1350335"/>
                  </a:cubicBezTo>
                  <a:cubicBezTo>
                    <a:pt x="2491121" y="1342486"/>
                    <a:pt x="2533309" y="1305397"/>
                    <a:pt x="2551814" y="1297172"/>
                  </a:cubicBezTo>
                  <a:cubicBezTo>
                    <a:pt x="2551834" y="1297163"/>
                    <a:pt x="2631548" y="1270595"/>
                    <a:pt x="2647507" y="1265275"/>
                  </a:cubicBezTo>
                  <a:lnTo>
                    <a:pt x="2743200" y="1233377"/>
                  </a:lnTo>
                  <a:lnTo>
                    <a:pt x="2775097" y="1222745"/>
                  </a:lnTo>
                </a:path>
              </a:pathLst>
            </a:custGeom>
            <a:noFill/>
            <a:ln w="60325"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1B49D708-E3FD-2A59-2066-4C93EC4C7F77}"/>
                </a:ext>
              </a:extLst>
            </p:cNvPr>
            <p:cNvSpPr/>
            <p:nvPr/>
          </p:nvSpPr>
          <p:spPr>
            <a:xfrm>
              <a:off x="2963119" y="3206187"/>
              <a:ext cx="2696901" cy="1909823"/>
            </a:xfrm>
            <a:custGeom>
              <a:avLst/>
              <a:gdLst>
                <a:gd name="connsiteX0" fmla="*/ 1851949 w 2696901"/>
                <a:gd name="connsiteY0" fmla="*/ 1909823 h 1909823"/>
                <a:gd name="connsiteX1" fmla="*/ 1967696 w 2696901"/>
                <a:gd name="connsiteY1" fmla="*/ 1817226 h 1909823"/>
                <a:gd name="connsiteX2" fmla="*/ 2037144 w 2696901"/>
                <a:gd name="connsiteY2" fmla="*/ 1782502 h 1909823"/>
                <a:gd name="connsiteX3" fmla="*/ 2060294 w 2696901"/>
                <a:gd name="connsiteY3" fmla="*/ 1759352 h 1909823"/>
                <a:gd name="connsiteX4" fmla="*/ 2129742 w 2696901"/>
                <a:gd name="connsiteY4" fmla="*/ 1713054 h 1909823"/>
                <a:gd name="connsiteX5" fmla="*/ 2187615 w 2696901"/>
                <a:gd name="connsiteY5" fmla="*/ 1666755 h 1909823"/>
                <a:gd name="connsiteX6" fmla="*/ 2210765 w 2696901"/>
                <a:gd name="connsiteY6" fmla="*/ 1643605 h 1909823"/>
                <a:gd name="connsiteX7" fmla="*/ 2245489 w 2696901"/>
                <a:gd name="connsiteY7" fmla="*/ 1632031 h 1909823"/>
                <a:gd name="connsiteX8" fmla="*/ 2291787 w 2696901"/>
                <a:gd name="connsiteY8" fmla="*/ 1574157 h 1909823"/>
                <a:gd name="connsiteX9" fmla="*/ 2384385 w 2696901"/>
                <a:gd name="connsiteY9" fmla="*/ 1493135 h 1909823"/>
                <a:gd name="connsiteX10" fmla="*/ 2465408 w 2696901"/>
                <a:gd name="connsiteY10" fmla="*/ 1435261 h 1909823"/>
                <a:gd name="connsiteX11" fmla="*/ 2511706 w 2696901"/>
                <a:gd name="connsiteY11" fmla="*/ 1377388 h 1909823"/>
                <a:gd name="connsiteX12" fmla="*/ 2523281 w 2696901"/>
                <a:gd name="connsiteY12" fmla="*/ 1342664 h 1909823"/>
                <a:gd name="connsiteX13" fmla="*/ 2546430 w 2696901"/>
                <a:gd name="connsiteY13" fmla="*/ 1296365 h 1909823"/>
                <a:gd name="connsiteX14" fmla="*/ 2581154 w 2696901"/>
                <a:gd name="connsiteY14" fmla="*/ 1273216 h 1909823"/>
                <a:gd name="connsiteX15" fmla="*/ 2592729 w 2696901"/>
                <a:gd name="connsiteY15" fmla="*/ 1238491 h 1909823"/>
                <a:gd name="connsiteX16" fmla="*/ 2627453 w 2696901"/>
                <a:gd name="connsiteY16" fmla="*/ 1192193 h 1909823"/>
                <a:gd name="connsiteX17" fmla="*/ 2650603 w 2696901"/>
                <a:gd name="connsiteY17" fmla="*/ 1157469 h 1909823"/>
                <a:gd name="connsiteX18" fmla="*/ 2685327 w 2696901"/>
                <a:gd name="connsiteY18" fmla="*/ 1053297 h 1909823"/>
                <a:gd name="connsiteX19" fmla="*/ 2696901 w 2696901"/>
                <a:gd name="connsiteY19" fmla="*/ 1018572 h 1909823"/>
                <a:gd name="connsiteX20" fmla="*/ 2685327 w 2696901"/>
                <a:gd name="connsiteY20" fmla="*/ 729205 h 1909823"/>
                <a:gd name="connsiteX21" fmla="*/ 2673752 w 2696901"/>
                <a:gd name="connsiteY21" fmla="*/ 648183 h 1909823"/>
                <a:gd name="connsiteX22" fmla="*/ 2662177 w 2696901"/>
                <a:gd name="connsiteY22" fmla="*/ 393540 h 1909823"/>
                <a:gd name="connsiteX23" fmla="*/ 2639028 w 2696901"/>
                <a:gd name="connsiteY23" fmla="*/ 358816 h 1909823"/>
                <a:gd name="connsiteX24" fmla="*/ 2569580 w 2696901"/>
                <a:gd name="connsiteY24" fmla="*/ 335666 h 1909823"/>
                <a:gd name="connsiteX25" fmla="*/ 2534856 w 2696901"/>
                <a:gd name="connsiteY25" fmla="*/ 324091 h 1909823"/>
                <a:gd name="connsiteX26" fmla="*/ 2465408 w 2696901"/>
                <a:gd name="connsiteY26" fmla="*/ 300942 h 1909823"/>
                <a:gd name="connsiteX27" fmla="*/ 2430684 w 2696901"/>
                <a:gd name="connsiteY27" fmla="*/ 277793 h 1909823"/>
                <a:gd name="connsiteX28" fmla="*/ 2372810 w 2696901"/>
                <a:gd name="connsiteY28" fmla="*/ 266218 h 1909823"/>
                <a:gd name="connsiteX29" fmla="*/ 2291787 w 2696901"/>
                <a:gd name="connsiteY29" fmla="*/ 243069 h 1909823"/>
                <a:gd name="connsiteX30" fmla="*/ 2233914 w 2696901"/>
                <a:gd name="connsiteY30" fmla="*/ 208345 h 1909823"/>
                <a:gd name="connsiteX31" fmla="*/ 2176040 w 2696901"/>
                <a:gd name="connsiteY31" fmla="*/ 162046 h 1909823"/>
                <a:gd name="connsiteX32" fmla="*/ 2141316 w 2696901"/>
                <a:gd name="connsiteY32" fmla="*/ 150471 h 1909823"/>
                <a:gd name="connsiteX33" fmla="*/ 2106592 w 2696901"/>
                <a:gd name="connsiteY33" fmla="*/ 127322 h 1909823"/>
                <a:gd name="connsiteX34" fmla="*/ 2025570 w 2696901"/>
                <a:gd name="connsiteY34" fmla="*/ 115747 h 1909823"/>
                <a:gd name="connsiteX35" fmla="*/ 1967696 w 2696901"/>
                <a:gd name="connsiteY35" fmla="*/ 104172 h 1909823"/>
                <a:gd name="connsiteX36" fmla="*/ 1898248 w 2696901"/>
                <a:gd name="connsiteY36" fmla="*/ 81023 h 1909823"/>
                <a:gd name="connsiteX37" fmla="*/ 1632030 w 2696901"/>
                <a:gd name="connsiteY37" fmla="*/ 69448 h 1909823"/>
                <a:gd name="connsiteX38" fmla="*/ 1562582 w 2696901"/>
                <a:gd name="connsiteY38" fmla="*/ 57874 h 1909823"/>
                <a:gd name="connsiteX39" fmla="*/ 1493134 w 2696901"/>
                <a:gd name="connsiteY39" fmla="*/ 34724 h 1909823"/>
                <a:gd name="connsiteX40" fmla="*/ 1458410 w 2696901"/>
                <a:gd name="connsiteY40" fmla="*/ 23150 h 1909823"/>
                <a:gd name="connsiteX41" fmla="*/ 1365813 w 2696901"/>
                <a:gd name="connsiteY41" fmla="*/ 0 h 1909823"/>
                <a:gd name="connsiteX42" fmla="*/ 1145894 w 2696901"/>
                <a:gd name="connsiteY42" fmla="*/ 11575 h 1909823"/>
                <a:gd name="connsiteX43" fmla="*/ 868101 w 2696901"/>
                <a:gd name="connsiteY43" fmla="*/ 23150 h 1909823"/>
                <a:gd name="connsiteX44" fmla="*/ 821803 w 2696901"/>
                <a:gd name="connsiteY44" fmla="*/ 34724 h 1909823"/>
                <a:gd name="connsiteX45" fmla="*/ 787078 w 2696901"/>
                <a:gd name="connsiteY45" fmla="*/ 46299 h 1909823"/>
                <a:gd name="connsiteX46" fmla="*/ 497711 w 2696901"/>
                <a:gd name="connsiteY46" fmla="*/ 57874 h 1909823"/>
                <a:gd name="connsiteX47" fmla="*/ 393539 w 2696901"/>
                <a:gd name="connsiteY47" fmla="*/ 46299 h 1909823"/>
                <a:gd name="connsiteX48" fmla="*/ 324091 w 2696901"/>
                <a:gd name="connsiteY48" fmla="*/ 34724 h 1909823"/>
                <a:gd name="connsiteX49" fmla="*/ 243068 w 2696901"/>
                <a:gd name="connsiteY49" fmla="*/ 46299 h 1909823"/>
                <a:gd name="connsiteX50" fmla="*/ 208344 w 2696901"/>
                <a:gd name="connsiteY50" fmla="*/ 57874 h 1909823"/>
                <a:gd name="connsiteX51" fmla="*/ 138896 w 2696901"/>
                <a:gd name="connsiteY51" fmla="*/ 104172 h 1909823"/>
                <a:gd name="connsiteX52" fmla="*/ 69448 w 2696901"/>
                <a:gd name="connsiteY52" fmla="*/ 115747 h 1909823"/>
                <a:gd name="connsiteX53" fmla="*/ 11575 w 2696901"/>
                <a:gd name="connsiteY53" fmla="*/ 104172 h 1909823"/>
                <a:gd name="connsiteX54" fmla="*/ 0 w 2696901"/>
                <a:gd name="connsiteY54" fmla="*/ 69448 h 1909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96901" h="1909823">
                  <a:moveTo>
                    <a:pt x="1851949" y="1909823"/>
                  </a:moveTo>
                  <a:cubicBezTo>
                    <a:pt x="1866784" y="1897108"/>
                    <a:pt x="1933390" y="1834379"/>
                    <a:pt x="1967696" y="1817226"/>
                  </a:cubicBezTo>
                  <a:cubicBezTo>
                    <a:pt x="2024745" y="1788702"/>
                    <a:pt x="1981861" y="1826728"/>
                    <a:pt x="2037144" y="1782502"/>
                  </a:cubicBezTo>
                  <a:cubicBezTo>
                    <a:pt x="2045666" y="1775685"/>
                    <a:pt x="2051564" y="1765900"/>
                    <a:pt x="2060294" y="1759352"/>
                  </a:cubicBezTo>
                  <a:cubicBezTo>
                    <a:pt x="2082552" y="1742659"/>
                    <a:pt x="2110069" y="1732727"/>
                    <a:pt x="2129742" y="1713054"/>
                  </a:cubicBezTo>
                  <a:cubicBezTo>
                    <a:pt x="2185632" y="1657162"/>
                    <a:pt x="2114614" y="1725156"/>
                    <a:pt x="2187615" y="1666755"/>
                  </a:cubicBezTo>
                  <a:cubicBezTo>
                    <a:pt x="2196137" y="1659938"/>
                    <a:pt x="2201407" y="1649220"/>
                    <a:pt x="2210765" y="1643605"/>
                  </a:cubicBezTo>
                  <a:cubicBezTo>
                    <a:pt x="2221227" y="1637328"/>
                    <a:pt x="2233914" y="1635889"/>
                    <a:pt x="2245489" y="1632031"/>
                  </a:cubicBezTo>
                  <a:cubicBezTo>
                    <a:pt x="2335771" y="1541745"/>
                    <a:pt x="2189546" y="1691003"/>
                    <a:pt x="2291787" y="1574157"/>
                  </a:cubicBezTo>
                  <a:cubicBezTo>
                    <a:pt x="2400722" y="1449660"/>
                    <a:pt x="2305941" y="1560373"/>
                    <a:pt x="2384385" y="1493135"/>
                  </a:cubicBezTo>
                  <a:cubicBezTo>
                    <a:pt x="2454292" y="1433215"/>
                    <a:pt x="2401604" y="1456530"/>
                    <a:pt x="2465408" y="1435261"/>
                  </a:cubicBezTo>
                  <a:cubicBezTo>
                    <a:pt x="2494499" y="1347984"/>
                    <a:pt x="2451874" y="1452178"/>
                    <a:pt x="2511706" y="1377388"/>
                  </a:cubicBezTo>
                  <a:cubicBezTo>
                    <a:pt x="2519328" y="1367861"/>
                    <a:pt x="2518475" y="1353878"/>
                    <a:pt x="2523281" y="1342664"/>
                  </a:cubicBezTo>
                  <a:cubicBezTo>
                    <a:pt x="2530078" y="1326805"/>
                    <a:pt x="2535384" y="1309620"/>
                    <a:pt x="2546430" y="1296365"/>
                  </a:cubicBezTo>
                  <a:cubicBezTo>
                    <a:pt x="2555336" y="1285678"/>
                    <a:pt x="2569579" y="1280932"/>
                    <a:pt x="2581154" y="1273216"/>
                  </a:cubicBezTo>
                  <a:cubicBezTo>
                    <a:pt x="2585012" y="1261641"/>
                    <a:pt x="2586676" y="1249085"/>
                    <a:pt x="2592729" y="1238491"/>
                  </a:cubicBezTo>
                  <a:cubicBezTo>
                    <a:pt x="2602300" y="1221742"/>
                    <a:pt x="2616240" y="1207891"/>
                    <a:pt x="2627453" y="1192193"/>
                  </a:cubicBezTo>
                  <a:cubicBezTo>
                    <a:pt x="2635539" y="1180873"/>
                    <a:pt x="2642886" y="1169044"/>
                    <a:pt x="2650603" y="1157469"/>
                  </a:cubicBezTo>
                  <a:lnTo>
                    <a:pt x="2685327" y="1053297"/>
                  </a:lnTo>
                  <a:lnTo>
                    <a:pt x="2696901" y="1018572"/>
                  </a:lnTo>
                  <a:cubicBezTo>
                    <a:pt x="2693043" y="922116"/>
                    <a:pt x="2691348" y="825550"/>
                    <a:pt x="2685327" y="729205"/>
                  </a:cubicBezTo>
                  <a:cubicBezTo>
                    <a:pt x="2683625" y="701977"/>
                    <a:pt x="2675629" y="675400"/>
                    <a:pt x="2673752" y="648183"/>
                  </a:cubicBezTo>
                  <a:cubicBezTo>
                    <a:pt x="2667906" y="563416"/>
                    <a:pt x="2672301" y="477903"/>
                    <a:pt x="2662177" y="393540"/>
                  </a:cubicBezTo>
                  <a:cubicBezTo>
                    <a:pt x="2660520" y="379728"/>
                    <a:pt x="2650824" y="366189"/>
                    <a:pt x="2639028" y="358816"/>
                  </a:cubicBezTo>
                  <a:cubicBezTo>
                    <a:pt x="2618336" y="345883"/>
                    <a:pt x="2592729" y="343383"/>
                    <a:pt x="2569580" y="335666"/>
                  </a:cubicBezTo>
                  <a:lnTo>
                    <a:pt x="2534856" y="324091"/>
                  </a:lnTo>
                  <a:cubicBezTo>
                    <a:pt x="2534851" y="324089"/>
                    <a:pt x="2465412" y="300945"/>
                    <a:pt x="2465408" y="300942"/>
                  </a:cubicBezTo>
                  <a:cubicBezTo>
                    <a:pt x="2453833" y="293226"/>
                    <a:pt x="2443709" y="282677"/>
                    <a:pt x="2430684" y="277793"/>
                  </a:cubicBezTo>
                  <a:cubicBezTo>
                    <a:pt x="2412263" y="270885"/>
                    <a:pt x="2392015" y="270486"/>
                    <a:pt x="2372810" y="266218"/>
                  </a:cubicBezTo>
                  <a:cubicBezTo>
                    <a:pt x="2329212" y="256529"/>
                    <a:pt x="2330453" y="255957"/>
                    <a:pt x="2291787" y="243069"/>
                  </a:cubicBezTo>
                  <a:cubicBezTo>
                    <a:pt x="2233132" y="184412"/>
                    <a:pt x="2309042" y="253422"/>
                    <a:pt x="2233914" y="208345"/>
                  </a:cubicBezTo>
                  <a:cubicBezTo>
                    <a:pt x="2126246" y="143744"/>
                    <a:pt x="2315048" y="231549"/>
                    <a:pt x="2176040" y="162046"/>
                  </a:cubicBezTo>
                  <a:cubicBezTo>
                    <a:pt x="2165127" y="156590"/>
                    <a:pt x="2152229" y="155927"/>
                    <a:pt x="2141316" y="150471"/>
                  </a:cubicBezTo>
                  <a:cubicBezTo>
                    <a:pt x="2128874" y="144250"/>
                    <a:pt x="2119916" y="131319"/>
                    <a:pt x="2106592" y="127322"/>
                  </a:cubicBezTo>
                  <a:cubicBezTo>
                    <a:pt x="2080461" y="119483"/>
                    <a:pt x="2052480" y="120232"/>
                    <a:pt x="2025570" y="115747"/>
                  </a:cubicBezTo>
                  <a:cubicBezTo>
                    <a:pt x="2006164" y="112513"/>
                    <a:pt x="1986676" y="109348"/>
                    <a:pt x="1967696" y="104172"/>
                  </a:cubicBezTo>
                  <a:cubicBezTo>
                    <a:pt x="1944154" y="97752"/>
                    <a:pt x="1922626" y="82083"/>
                    <a:pt x="1898248" y="81023"/>
                  </a:cubicBezTo>
                  <a:lnTo>
                    <a:pt x="1632030" y="69448"/>
                  </a:lnTo>
                  <a:cubicBezTo>
                    <a:pt x="1608881" y="65590"/>
                    <a:pt x="1585350" y="63566"/>
                    <a:pt x="1562582" y="57874"/>
                  </a:cubicBezTo>
                  <a:cubicBezTo>
                    <a:pt x="1538909" y="51956"/>
                    <a:pt x="1516283" y="42440"/>
                    <a:pt x="1493134" y="34724"/>
                  </a:cubicBezTo>
                  <a:cubicBezTo>
                    <a:pt x="1481559" y="30866"/>
                    <a:pt x="1470246" y="26109"/>
                    <a:pt x="1458410" y="23150"/>
                  </a:cubicBezTo>
                  <a:lnTo>
                    <a:pt x="1365813" y="0"/>
                  </a:lnTo>
                  <a:lnTo>
                    <a:pt x="1145894" y="11575"/>
                  </a:lnTo>
                  <a:cubicBezTo>
                    <a:pt x="1053316" y="15881"/>
                    <a:pt x="960544" y="16547"/>
                    <a:pt x="868101" y="23150"/>
                  </a:cubicBezTo>
                  <a:cubicBezTo>
                    <a:pt x="852234" y="24283"/>
                    <a:pt x="837099" y="30354"/>
                    <a:pt x="821803" y="34724"/>
                  </a:cubicBezTo>
                  <a:cubicBezTo>
                    <a:pt x="810071" y="38076"/>
                    <a:pt x="799248" y="45430"/>
                    <a:pt x="787078" y="46299"/>
                  </a:cubicBezTo>
                  <a:cubicBezTo>
                    <a:pt x="690791" y="53177"/>
                    <a:pt x="594167" y="54016"/>
                    <a:pt x="497711" y="57874"/>
                  </a:cubicBezTo>
                  <a:cubicBezTo>
                    <a:pt x="462987" y="54016"/>
                    <a:pt x="428170" y="50917"/>
                    <a:pt x="393539" y="46299"/>
                  </a:cubicBezTo>
                  <a:cubicBezTo>
                    <a:pt x="370276" y="43197"/>
                    <a:pt x="347560" y="34724"/>
                    <a:pt x="324091" y="34724"/>
                  </a:cubicBezTo>
                  <a:cubicBezTo>
                    <a:pt x="296809" y="34724"/>
                    <a:pt x="270076" y="42441"/>
                    <a:pt x="243068" y="46299"/>
                  </a:cubicBezTo>
                  <a:cubicBezTo>
                    <a:pt x="231493" y="50157"/>
                    <a:pt x="219009" y="51949"/>
                    <a:pt x="208344" y="57874"/>
                  </a:cubicBezTo>
                  <a:cubicBezTo>
                    <a:pt x="184023" y="71385"/>
                    <a:pt x="166339" y="99598"/>
                    <a:pt x="138896" y="104172"/>
                  </a:cubicBezTo>
                  <a:lnTo>
                    <a:pt x="69448" y="115747"/>
                  </a:lnTo>
                  <a:cubicBezTo>
                    <a:pt x="50157" y="111889"/>
                    <a:pt x="27944" y="115085"/>
                    <a:pt x="11575" y="104172"/>
                  </a:cubicBezTo>
                  <a:cubicBezTo>
                    <a:pt x="1423" y="97404"/>
                    <a:pt x="0" y="69448"/>
                    <a:pt x="0" y="69448"/>
                  </a:cubicBezTo>
                </a:path>
              </a:pathLst>
            </a:custGeom>
            <a:noFill/>
            <a:ln w="60325"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2EEDA54-136F-90E0-4957-86E0C07C4045}"/>
                </a:ext>
              </a:extLst>
            </p:cNvPr>
            <p:cNvSpPr/>
            <p:nvPr/>
          </p:nvSpPr>
          <p:spPr>
            <a:xfrm>
              <a:off x="2776331" y="2696898"/>
              <a:ext cx="152064" cy="504000"/>
            </a:xfrm>
            <a:custGeom>
              <a:avLst/>
              <a:gdLst>
                <a:gd name="connsiteX0" fmla="*/ 152064 w 152064"/>
                <a:gd name="connsiteY0" fmla="*/ 381964 h 381964"/>
                <a:gd name="connsiteX1" fmla="*/ 71041 w 152064"/>
                <a:gd name="connsiteY1" fmla="*/ 358815 h 381964"/>
                <a:gd name="connsiteX2" fmla="*/ 47892 w 152064"/>
                <a:gd name="connsiteY2" fmla="*/ 324091 h 381964"/>
                <a:gd name="connsiteX3" fmla="*/ 24742 w 152064"/>
                <a:gd name="connsiteY3" fmla="*/ 300942 h 381964"/>
                <a:gd name="connsiteX4" fmla="*/ 13168 w 152064"/>
                <a:gd name="connsiteY4" fmla="*/ 127321 h 381964"/>
                <a:gd name="connsiteX5" fmla="*/ 24742 w 152064"/>
                <a:gd name="connsiteY5" fmla="*/ 92597 h 381964"/>
                <a:gd name="connsiteX6" fmla="*/ 71041 w 152064"/>
                <a:gd name="connsiteY6" fmla="*/ 23149 h 381964"/>
                <a:gd name="connsiteX7" fmla="*/ 82616 w 152064"/>
                <a:gd name="connsiteY7" fmla="*/ 0 h 381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064" h="381964">
                  <a:moveTo>
                    <a:pt x="152064" y="381964"/>
                  </a:moveTo>
                  <a:cubicBezTo>
                    <a:pt x="125056" y="374248"/>
                    <a:pt x="95595" y="372456"/>
                    <a:pt x="71041" y="358815"/>
                  </a:cubicBezTo>
                  <a:cubicBezTo>
                    <a:pt x="58881" y="352059"/>
                    <a:pt x="56582" y="334954"/>
                    <a:pt x="47892" y="324091"/>
                  </a:cubicBezTo>
                  <a:cubicBezTo>
                    <a:pt x="41075" y="315570"/>
                    <a:pt x="32459" y="308658"/>
                    <a:pt x="24742" y="300942"/>
                  </a:cubicBezTo>
                  <a:cubicBezTo>
                    <a:pt x="-6133" y="208314"/>
                    <a:pt x="-5858" y="241477"/>
                    <a:pt x="13168" y="127321"/>
                  </a:cubicBezTo>
                  <a:cubicBezTo>
                    <a:pt x="15174" y="115286"/>
                    <a:pt x="18817" y="103262"/>
                    <a:pt x="24742" y="92597"/>
                  </a:cubicBezTo>
                  <a:cubicBezTo>
                    <a:pt x="38254" y="68276"/>
                    <a:pt x="58598" y="48034"/>
                    <a:pt x="71041" y="23149"/>
                  </a:cubicBezTo>
                  <a:lnTo>
                    <a:pt x="82616" y="0"/>
                  </a:lnTo>
                </a:path>
              </a:pathLst>
            </a:custGeom>
            <a:noFill/>
            <a:ln w="44450"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91A5CFE-5175-82B5-1C8A-EFC2E8F4C6E5}"/>
                </a:ext>
              </a:extLst>
            </p:cNvPr>
            <p:cNvSpPr/>
            <p:nvPr/>
          </p:nvSpPr>
          <p:spPr>
            <a:xfrm rot="14664654" flipH="1" flipV="1">
              <a:off x="5863384" y="3602787"/>
              <a:ext cx="151494" cy="563140"/>
            </a:xfrm>
            <a:custGeom>
              <a:avLst/>
              <a:gdLst>
                <a:gd name="connsiteX0" fmla="*/ 152064 w 152064"/>
                <a:gd name="connsiteY0" fmla="*/ 381964 h 381964"/>
                <a:gd name="connsiteX1" fmla="*/ 71041 w 152064"/>
                <a:gd name="connsiteY1" fmla="*/ 358815 h 381964"/>
                <a:gd name="connsiteX2" fmla="*/ 47892 w 152064"/>
                <a:gd name="connsiteY2" fmla="*/ 324091 h 381964"/>
                <a:gd name="connsiteX3" fmla="*/ 24742 w 152064"/>
                <a:gd name="connsiteY3" fmla="*/ 300942 h 381964"/>
                <a:gd name="connsiteX4" fmla="*/ 13168 w 152064"/>
                <a:gd name="connsiteY4" fmla="*/ 127321 h 381964"/>
                <a:gd name="connsiteX5" fmla="*/ 24742 w 152064"/>
                <a:gd name="connsiteY5" fmla="*/ 92597 h 381964"/>
                <a:gd name="connsiteX6" fmla="*/ 71041 w 152064"/>
                <a:gd name="connsiteY6" fmla="*/ 23149 h 381964"/>
                <a:gd name="connsiteX7" fmla="*/ 82616 w 152064"/>
                <a:gd name="connsiteY7" fmla="*/ 0 h 381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064" h="381964">
                  <a:moveTo>
                    <a:pt x="152064" y="381964"/>
                  </a:moveTo>
                  <a:cubicBezTo>
                    <a:pt x="125056" y="374248"/>
                    <a:pt x="95595" y="372456"/>
                    <a:pt x="71041" y="358815"/>
                  </a:cubicBezTo>
                  <a:cubicBezTo>
                    <a:pt x="58881" y="352059"/>
                    <a:pt x="56582" y="334954"/>
                    <a:pt x="47892" y="324091"/>
                  </a:cubicBezTo>
                  <a:cubicBezTo>
                    <a:pt x="41075" y="315570"/>
                    <a:pt x="32459" y="308658"/>
                    <a:pt x="24742" y="300942"/>
                  </a:cubicBezTo>
                  <a:cubicBezTo>
                    <a:pt x="-6133" y="208314"/>
                    <a:pt x="-5858" y="241477"/>
                    <a:pt x="13168" y="127321"/>
                  </a:cubicBezTo>
                  <a:cubicBezTo>
                    <a:pt x="15174" y="115286"/>
                    <a:pt x="18817" y="103262"/>
                    <a:pt x="24742" y="92597"/>
                  </a:cubicBezTo>
                  <a:cubicBezTo>
                    <a:pt x="38254" y="68276"/>
                    <a:pt x="58598" y="48034"/>
                    <a:pt x="71041" y="23149"/>
                  </a:cubicBezTo>
                  <a:lnTo>
                    <a:pt x="82616" y="0"/>
                  </a:lnTo>
                </a:path>
              </a:pathLst>
            </a:custGeom>
            <a:noFill/>
            <a:ln w="44450"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0E73612-3E96-E3E8-5249-48EB7E6F113E}"/>
                </a:ext>
              </a:extLst>
            </p:cNvPr>
            <p:cNvSpPr/>
            <p:nvPr/>
          </p:nvSpPr>
          <p:spPr>
            <a:xfrm rot="14664654" flipH="1" flipV="1">
              <a:off x="5772715" y="3002833"/>
              <a:ext cx="151494" cy="563140"/>
            </a:xfrm>
            <a:custGeom>
              <a:avLst/>
              <a:gdLst>
                <a:gd name="connsiteX0" fmla="*/ 152064 w 152064"/>
                <a:gd name="connsiteY0" fmla="*/ 381964 h 381964"/>
                <a:gd name="connsiteX1" fmla="*/ 71041 w 152064"/>
                <a:gd name="connsiteY1" fmla="*/ 358815 h 381964"/>
                <a:gd name="connsiteX2" fmla="*/ 47892 w 152064"/>
                <a:gd name="connsiteY2" fmla="*/ 324091 h 381964"/>
                <a:gd name="connsiteX3" fmla="*/ 24742 w 152064"/>
                <a:gd name="connsiteY3" fmla="*/ 300942 h 381964"/>
                <a:gd name="connsiteX4" fmla="*/ 13168 w 152064"/>
                <a:gd name="connsiteY4" fmla="*/ 127321 h 381964"/>
                <a:gd name="connsiteX5" fmla="*/ 24742 w 152064"/>
                <a:gd name="connsiteY5" fmla="*/ 92597 h 381964"/>
                <a:gd name="connsiteX6" fmla="*/ 71041 w 152064"/>
                <a:gd name="connsiteY6" fmla="*/ 23149 h 381964"/>
                <a:gd name="connsiteX7" fmla="*/ 82616 w 152064"/>
                <a:gd name="connsiteY7" fmla="*/ 0 h 381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064" h="381964">
                  <a:moveTo>
                    <a:pt x="152064" y="381964"/>
                  </a:moveTo>
                  <a:cubicBezTo>
                    <a:pt x="125056" y="374248"/>
                    <a:pt x="95595" y="372456"/>
                    <a:pt x="71041" y="358815"/>
                  </a:cubicBezTo>
                  <a:cubicBezTo>
                    <a:pt x="58881" y="352059"/>
                    <a:pt x="56582" y="334954"/>
                    <a:pt x="47892" y="324091"/>
                  </a:cubicBezTo>
                  <a:cubicBezTo>
                    <a:pt x="41075" y="315570"/>
                    <a:pt x="32459" y="308658"/>
                    <a:pt x="24742" y="300942"/>
                  </a:cubicBezTo>
                  <a:cubicBezTo>
                    <a:pt x="-6133" y="208314"/>
                    <a:pt x="-5858" y="241477"/>
                    <a:pt x="13168" y="127321"/>
                  </a:cubicBezTo>
                  <a:cubicBezTo>
                    <a:pt x="15174" y="115286"/>
                    <a:pt x="18817" y="103262"/>
                    <a:pt x="24742" y="92597"/>
                  </a:cubicBezTo>
                  <a:cubicBezTo>
                    <a:pt x="38254" y="68276"/>
                    <a:pt x="58598" y="48034"/>
                    <a:pt x="71041" y="23149"/>
                  </a:cubicBezTo>
                  <a:lnTo>
                    <a:pt x="82616" y="0"/>
                  </a:lnTo>
                </a:path>
              </a:pathLst>
            </a:custGeom>
            <a:noFill/>
            <a:ln w="44450"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F8751FD-965A-0C34-07E3-7C137EBB2B81}"/>
                </a:ext>
              </a:extLst>
            </p:cNvPr>
            <p:cNvSpPr/>
            <p:nvPr/>
          </p:nvSpPr>
          <p:spPr>
            <a:xfrm>
              <a:off x="3866279" y="2617798"/>
              <a:ext cx="152064" cy="504000"/>
            </a:xfrm>
            <a:custGeom>
              <a:avLst/>
              <a:gdLst>
                <a:gd name="connsiteX0" fmla="*/ 152064 w 152064"/>
                <a:gd name="connsiteY0" fmla="*/ 381964 h 381964"/>
                <a:gd name="connsiteX1" fmla="*/ 71041 w 152064"/>
                <a:gd name="connsiteY1" fmla="*/ 358815 h 381964"/>
                <a:gd name="connsiteX2" fmla="*/ 47892 w 152064"/>
                <a:gd name="connsiteY2" fmla="*/ 324091 h 381964"/>
                <a:gd name="connsiteX3" fmla="*/ 24742 w 152064"/>
                <a:gd name="connsiteY3" fmla="*/ 300942 h 381964"/>
                <a:gd name="connsiteX4" fmla="*/ 13168 w 152064"/>
                <a:gd name="connsiteY4" fmla="*/ 127321 h 381964"/>
                <a:gd name="connsiteX5" fmla="*/ 24742 w 152064"/>
                <a:gd name="connsiteY5" fmla="*/ 92597 h 381964"/>
                <a:gd name="connsiteX6" fmla="*/ 71041 w 152064"/>
                <a:gd name="connsiteY6" fmla="*/ 23149 h 381964"/>
                <a:gd name="connsiteX7" fmla="*/ 82616 w 152064"/>
                <a:gd name="connsiteY7" fmla="*/ 0 h 381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2064" h="381964">
                  <a:moveTo>
                    <a:pt x="152064" y="381964"/>
                  </a:moveTo>
                  <a:cubicBezTo>
                    <a:pt x="125056" y="374248"/>
                    <a:pt x="95595" y="372456"/>
                    <a:pt x="71041" y="358815"/>
                  </a:cubicBezTo>
                  <a:cubicBezTo>
                    <a:pt x="58881" y="352059"/>
                    <a:pt x="56582" y="334954"/>
                    <a:pt x="47892" y="324091"/>
                  </a:cubicBezTo>
                  <a:cubicBezTo>
                    <a:pt x="41075" y="315570"/>
                    <a:pt x="32459" y="308658"/>
                    <a:pt x="24742" y="300942"/>
                  </a:cubicBezTo>
                  <a:cubicBezTo>
                    <a:pt x="-6133" y="208314"/>
                    <a:pt x="-5858" y="241477"/>
                    <a:pt x="13168" y="127321"/>
                  </a:cubicBezTo>
                  <a:cubicBezTo>
                    <a:pt x="15174" y="115286"/>
                    <a:pt x="18817" y="103262"/>
                    <a:pt x="24742" y="92597"/>
                  </a:cubicBezTo>
                  <a:cubicBezTo>
                    <a:pt x="38254" y="68276"/>
                    <a:pt x="58598" y="48034"/>
                    <a:pt x="71041" y="23149"/>
                  </a:cubicBezTo>
                  <a:lnTo>
                    <a:pt x="82616" y="0"/>
                  </a:lnTo>
                </a:path>
              </a:pathLst>
            </a:custGeom>
            <a:noFill/>
            <a:ln w="44450"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FEFA3725-20EC-AB4F-BE01-F28A08C82E26}"/>
                </a:ext>
              </a:extLst>
            </p:cNvPr>
            <p:cNvSpPr/>
            <p:nvPr/>
          </p:nvSpPr>
          <p:spPr>
            <a:xfrm>
              <a:off x="1317351" y="4479403"/>
              <a:ext cx="430426" cy="2060293"/>
            </a:xfrm>
            <a:custGeom>
              <a:avLst/>
              <a:gdLst>
                <a:gd name="connsiteX0" fmla="*/ 430426 w 430426"/>
                <a:gd name="connsiteY0" fmla="*/ 2060293 h 2060293"/>
                <a:gd name="connsiteX1" fmla="*/ 303105 w 430426"/>
                <a:gd name="connsiteY1" fmla="*/ 1898248 h 2060293"/>
                <a:gd name="connsiteX2" fmla="*/ 279955 w 430426"/>
                <a:gd name="connsiteY2" fmla="*/ 1828800 h 2060293"/>
                <a:gd name="connsiteX3" fmla="*/ 291530 w 430426"/>
                <a:gd name="connsiteY3" fmla="*/ 1678329 h 2060293"/>
                <a:gd name="connsiteX4" fmla="*/ 314679 w 430426"/>
                <a:gd name="connsiteY4" fmla="*/ 1632030 h 2060293"/>
                <a:gd name="connsiteX5" fmla="*/ 349403 w 430426"/>
                <a:gd name="connsiteY5" fmla="*/ 1562582 h 2060293"/>
                <a:gd name="connsiteX6" fmla="*/ 360978 w 430426"/>
                <a:gd name="connsiteY6" fmla="*/ 1493134 h 2060293"/>
                <a:gd name="connsiteX7" fmla="*/ 372553 w 430426"/>
                <a:gd name="connsiteY7" fmla="*/ 1377387 h 2060293"/>
                <a:gd name="connsiteX8" fmla="*/ 303105 w 430426"/>
                <a:gd name="connsiteY8" fmla="*/ 1284789 h 2060293"/>
                <a:gd name="connsiteX9" fmla="*/ 233657 w 430426"/>
                <a:gd name="connsiteY9" fmla="*/ 1238491 h 2060293"/>
                <a:gd name="connsiteX10" fmla="*/ 164208 w 430426"/>
                <a:gd name="connsiteY10" fmla="*/ 1192192 h 2060293"/>
                <a:gd name="connsiteX11" fmla="*/ 129484 w 430426"/>
                <a:gd name="connsiteY11" fmla="*/ 1169043 h 2060293"/>
                <a:gd name="connsiteX12" fmla="*/ 106335 w 430426"/>
                <a:gd name="connsiteY12" fmla="*/ 1145893 h 2060293"/>
                <a:gd name="connsiteX13" fmla="*/ 71611 w 430426"/>
                <a:gd name="connsiteY13" fmla="*/ 1122744 h 2060293"/>
                <a:gd name="connsiteX14" fmla="*/ 25312 w 430426"/>
                <a:gd name="connsiteY14" fmla="*/ 1064870 h 2060293"/>
                <a:gd name="connsiteX15" fmla="*/ 36887 w 430426"/>
                <a:gd name="connsiteY15" fmla="*/ 740779 h 2060293"/>
                <a:gd name="connsiteX16" fmla="*/ 71611 w 430426"/>
                <a:gd name="connsiteY16" fmla="*/ 682906 h 2060293"/>
                <a:gd name="connsiteX17" fmla="*/ 106335 w 430426"/>
                <a:gd name="connsiteY17" fmla="*/ 601883 h 2060293"/>
                <a:gd name="connsiteX18" fmla="*/ 141059 w 430426"/>
                <a:gd name="connsiteY18" fmla="*/ 555584 h 2060293"/>
                <a:gd name="connsiteX19" fmla="*/ 210507 w 430426"/>
                <a:gd name="connsiteY19" fmla="*/ 451412 h 2060293"/>
                <a:gd name="connsiteX20" fmla="*/ 233657 w 430426"/>
                <a:gd name="connsiteY20" fmla="*/ 416688 h 2060293"/>
                <a:gd name="connsiteX21" fmla="*/ 256806 w 430426"/>
                <a:gd name="connsiteY21" fmla="*/ 254643 h 2060293"/>
                <a:gd name="connsiteX22" fmla="*/ 291530 w 430426"/>
                <a:gd name="connsiteY22" fmla="*/ 81022 h 2060293"/>
                <a:gd name="connsiteX23" fmla="*/ 303105 w 430426"/>
                <a:gd name="connsiteY23" fmla="*/ 0 h 2060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30426" h="2060293">
                  <a:moveTo>
                    <a:pt x="430426" y="2060293"/>
                  </a:moveTo>
                  <a:cubicBezTo>
                    <a:pt x="413292" y="2040711"/>
                    <a:pt x="316385" y="1938087"/>
                    <a:pt x="303105" y="1898248"/>
                  </a:cubicBezTo>
                  <a:lnTo>
                    <a:pt x="279955" y="1828800"/>
                  </a:lnTo>
                  <a:cubicBezTo>
                    <a:pt x="283813" y="1778643"/>
                    <a:pt x="282788" y="1727869"/>
                    <a:pt x="291530" y="1678329"/>
                  </a:cubicBezTo>
                  <a:cubicBezTo>
                    <a:pt x="294529" y="1661337"/>
                    <a:pt x="307882" y="1647889"/>
                    <a:pt x="314679" y="1632030"/>
                  </a:cubicBezTo>
                  <a:cubicBezTo>
                    <a:pt x="343431" y="1564942"/>
                    <a:pt x="304918" y="1629311"/>
                    <a:pt x="349403" y="1562582"/>
                  </a:cubicBezTo>
                  <a:cubicBezTo>
                    <a:pt x="353261" y="1539433"/>
                    <a:pt x="353557" y="1515398"/>
                    <a:pt x="360978" y="1493134"/>
                  </a:cubicBezTo>
                  <a:cubicBezTo>
                    <a:pt x="383581" y="1425326"/>
                    <a:pt x="416844" y="1492546"/>
                    <a:pt x="372553" y="1377387"/>
                  </a:cubicBezTo>
                  <a:cubicBezTo>
                    <a:pt x="366085" y="1360570"/>
                    <a:pt x="327929" y="1303407"/>
                    <a:pt x="303105" y="1284789"/>
                  </a:cubicBezTo>
                  <a:cubicBezTo>
                    <a:pt x="280847" y="1268096"/>
                    <a:pt x="256806" y="1253924"/>
                    <a:pt x="233657" y="1238491"/>
                  </a:cubicBezTo>
                  <a:lnTo>
                    <a:pt x="164208" y="1192192"/>
                  </a:lnTo>
                  <a:cubicBezTo>
                    <a:pt x="152633" y="1184476"/>
                    <a:pt x="139320" y="1178880"/>
                    <a:pt x="129484" y="1169043"/>
                  </a:cubicBezTo>
                  <a:cubicBezTo>
                    <a:pt x="121768" y="1161326"/>
                    <a:pt x="114856" y="1152710"/>
                    <a:pt x="106335" y="1145893"/>
                  </a:cubicBezTo>
                  <a:cubicBezTo>
                    <a:pt x="95472" y="1137203"/>
                    <a:pt x="82474" y="1131434"/>
                    <a:pt x="71611" y="1122744"/>
                  </a:cubicBezTo>
                  <a:cubicBezTo>
                    <a:pt x="48052" y="1103897"/>
                    <a:pt x="42499" y="1090649"/>
                    <a:pt x="25312" y="1064870"/>
                  </a:cubicBezTo>
                  <a:cubicBezTo>
                    <a:pt x="-14663" y="944937"/>
                    <a:pt x="-4656" y="990041"/>
                    <a:pt x="36887" y="740779"/>
                  </a:cubicBezTo>
                  <a:cubicBezTo>
                    <a:pt x="40585" y="718588"/>
                    <a:pt x="61550" y="703028"/>
                    <a:pt x="71611" y="682906"/>
                  </a:cubicBezTo>
                  <a:cubicBezTo>
                    <a:pt x="110993" y="604143"/>
                    <a:pt x="46122" y="698226"/>
                    <a:pt x="106335" y="601883"/>
                  </a:cubicBezTo>
                  <a:cubicBezTo>
                    <a:pt x="116559" y="585524"/>
                    <a:pt x="130078" y="571445"/>
                    <a:pt x="141059" y="555584"/>
                  </a:cubicBezTo>
                  <a:cubicBezTo>
                    <a:pt x="164814" y="521271"/>
                    <a:pt x="187358" y="486136"/>
                    <a:pt x="210507" y="451412"/>
                  </a:cubicBezTo>
                  <a:lnTo>
                    <a:pt x="233657" y="416688"/>
                  </a:lnTo>
                  <a:cubicBezTo>
                    <a:pt x="258303" y="342745"/>
                    <a:pt x="245535" y="389888"/>
                    <a:pt x="256806" y="254643"/>
                  </a:cubicBezTo>
                  <a:cubicBezTo>
                    <a:pt x="270346" y="92163"/>
                    <a:pt x="232566" y="139989"/>
                    <a:pt x="291530" y="81022"/>
                  </a:cubicBezTo>
                  <a:lnTo>
                    <a:pt x="303105" y="0"/>
                  </a:lnTo>
                </a:path>
              </a:pathLst>
            </a:custGeom>
            <a:noFill/>
            <a:ln w="60325"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4F43254-77B0-ECE5-E5C6-4C42261E100C}"/>
                </a:ext>
              </a:extLst>
            </p:cNvPr>
            <p:cNvSpPr/>
            <p:nvPr/>
          </p:nvSpPr>
          <p:spPr>
            <a:xfrm>
              <a:off x="1620455" y="3321936"/>
              <a:ext cx="254643" cy="1169043"/>
            </a:xfrm>
            <a:custGeom>
              <a:avLst/>
              <a:gdLst>
                <a:gd name="connsiteX0" fmla="*/ 0 w 254643"/>
                <a:gd name="connsiteY0" fmla="*/ 1169043 h 1169043"/>
                <a:gd name="connsiteX1" fmla="*/ 104173 w 254643"/>
                <a:gd name="connsiteY1" fmla="*/ 1088021 h 1169043"/>
                <a:gd name="connsiteX2" fmla="*/ 127322 w 254643"/>
                <a:gd name="connsiteY2" fmla="*/ 1053297 h 1169043"/>
                <a:gd name="connsiteX3" fmla="*/ 196770 w 254643"/>
                <a:gd name="connsiteY3" fmla="*/ 972274 h 1169043"/>
                <a:gd name="connsiteX4" fmla="*/ 219919 w 254643"/>
                <a:gd name="connsiteY4" fmla="*/ 902826 h 1169043"/>
                <a:gd name="connsiteX5" fmla="*/ 231494 w 254643"/>
                <a:gd name="connsiteY5" fmla="*/ 868102 h 1169043"/>
                <a:gd name="connsiteX6" fmla="*/ 254643 w 254643"/>
                <a:gd name="connsiteY6" fmla="*/ 775504 h 1169043"/>
                <a:gd name="connsiteX7" fmla="*/ 243069 w 254643"/>
                <a:gd name="connsiteY7" fmla="*/ 497712 h 1169043"/>
                <a:gd name="connsiteX8" fmla="*/ 196770 w 254643"/>
                <a:gd name="connsiteY8" fmla="*/ 393540 h 1169043"/>
                <a:gd name="connsiteX9" fmla="*/ 185195 w 254643"/>
                <a:gd name="connsiteY9" fmla="*/ 358816 h 1169043"/>
                <a:gd name="connsiteX10" fmla="*/ 162046 w 254643"/>
                <a:gd name="connsiteY10" fmla="*/ 324092 h 1169043"/>
                <a:gd name="connsiteX11" fmla="*/ 127322 w 254643"/>
                <a:gd name="connsiteY11" fmla="*/ 196770 h 1169043"/>
                <a:gd name="connsiteX12" fmla="*/ 104173 w 254643"/>
                <a:gd name="connsiteY12" fmla="*/ 57874 h 1169043"/>
                <a:gd name="connsiteX13" fmla="*/ 115747 w 254643"/>
                <a:gd name="connsiteY13" fmla="*/ 0 h 1169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4643" h="1169043">
                  <a:moveTo>
                    <a:pt x="0" y="1169043"/>
                  </a:moveTo>
                  <a:cubicBezTo>
                    <a:pt x="23728" y="1152094"/>
                    <a:pt x="79312" y="1119097"/>
                    <a:pt x="104173" y="1088021"/>
                  </a:cubicBezTo>
                  <a:cubicBezTo>
                    <a:pt x="112863" y="1077158"/>
                    <a:pt x="118269" y="1063859"/>
                    <a:pt x="127322" y="1053297"/>
                  </a:cubicBezTo>
                  <a:cubicBezTo>
                    <a:pt x="153800" y="1022406"/>
                    <a:pt x="180417" y="1009068"/>
                    <a:pt x="196770" y="972274"/>
                  </a:cubicBezTo>
                  <a:cubicBezTo>
                    <a:pt x="206680" y="949976"/>
                    <a:pt x="212203" y="925975"/>
                    <a:pt x="219919" y="902826"/>
                  </a:cubicBezTo>
                  <a:cubicBezTo>
                    <a:pt x="223777" y="891251"/>
                    <a:pt x="229101" y="880066"/>
                    <a:pt x="231494" y="868102"/>
                  </a:cubicBezTo>
                  <a:cubicBezTo>
                    <a:pt x="245462" y="798264"/>
                    <a:pt x="236848" y="828892"/>
                    <a:pt x="254643" y="775504"/>
                  </a:cubicBezTo>
                  <a:cubicBezTo>
                    <a:pt x="250785" y="682907"/>
                    <a:pt x="252291" y="589930"/>
                    <a:pt x="243069" y="497712"/>
                  </a:cubicBezTo>
                  <a:cubicBezTo>
                    <a:pt x="235604" y="423062"/>
                    <a:pt x="222005" y="444010"/>
                    <a:pt x="196770" y="393540"/>
                  </a:cubicBezTo>
                  <a:cubicBezTo>
                    <a:pt x="191314" y="382627"/>
                    <a:pt x="190651" y="369729"/>
                    <a:pt x="185195" y="358816"/>
                  </a:cubicBezTo>
                  <a:cubicBezTo>
                    <a:pt x="178974" y="346374"/>
                    <a:pt x="167696" y="336804"/>
                    <a:pt x="162046" y="324092"/>
                  </a:cubicBezTo>
                  <a:cubicBezTo>
                    <a:pt x="143084" y="281427"/>
                    <a:pt x="135292" y="241931"/>
                    <a:pt x="127322" y="196770"/>
                  </a:cubicBezTo>
                  <a:cubicBezTo>
                    <a:pt x="119165" y="150547"/>
                    <a:pt x="104173" y="57874"/>
                    <a:pt x="104173" y="57874"/>
                  </a:cubicBezTo>
                  <a:cubicBezTo>
                    <a:pt x="116683" y="7832"/>
                    <a:pt x="115747" y="27483"/>
                    <a:pt x="115747" y="0"/>
                  </a:cubicBezTo>
                </a:path>
              </a:pathLst>
            </a:custGeom>
            <a:noFill/>
            <a:ln w="60325"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FDB279CE-778F-C89D-B4C6-ECD338C678F2}"/>
                </a:ext>
              </a:extLst>
            </p:cNvPr>
            <p:cNvSpPr/>
            <p:nvPr/>
          </p:nvSpPr>
          <p:spPr>
            <a:xfrm>
              <a:off x="2789499" y="3321934"/>
              <a:ext cx="243069" cy="659757"/>
            </a:xfrm>
            <a:custGeom>
              <a:avLst/>
              <a:gdLst>
                <a:gd name="connsiteX0" fmla="*/ 0 w 243069"/>
                <a:gd name="connsiteY0" fmla="*/ 659757 h 659757"/>
                <a:gd name="connsiteX1" fmla="*/ 23150 w 243069"/>
                <a:gd name="connsiteY1" fmla="*/ 497712 h 659757"/>
                <a:gd name="connsiteX2" fmla="*/ 34724 w 243069"/>
                <a:gd name="connsiteY2" fmla="*/ 462988 h 659757"/>
                <a:gd name="connsiteX3" fmla="*/ 46299 w 243069"/>
                <a:gd name="connsiteY3" fmla="*/ 312517 h 659757"/>
                <a:gd name="connsiteX4" fmla="*/ 69448 w 243069"/>
                <a:gd name="connsiteY4" fmla="*/ 231494 h 659757"/>
                <a:gd name="connsiteX5" fmla="*/ 104173 w 243069"/>
                <a:gd name="connsiteY5" fmla="*/ 104172 h 659757"/>
                <a:gd name="connsiteX6" fmla="*/ 127322 w 243069"/>
                <a:gd name="connsiteY6" fmla="*/ 34724 h 659757"/>
                <a:gd name="connsiteX7" fmla="*/ 138897 w 243069"/>
                <a:gd name="connsiteY7" fmla="*/ 0 h 659757"/>
                <a:gd name="connsiteX8" fmla="*/ 243069 w 243069"/>
                <a:gd name="connsiteY8" fmla="*/ 0 h 65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3069" h="659757">
                  <a:moveTo>
                    <a:pt x="0" y="659757"/>
                  </a:moveTo>
                  <a:cubicBezTo>
                    <a:pt x="5007" y="619705"/>
                    <a:pt x="13613" y="540629"/>
                    <a:pt x="23150" y="497712"/>
                  </a:cubicBezTo>
                  <a:cubicBezTo>
                    <a:pt x="25797" y="485802"/>
                    <a:pt x="30866" y="474563"/>
                    <a:pt x="34724" y="462988"/>
                  </a:cubicBezTo>
                  <a:cubicBezTo>
                    <a:pt x="38582" y="412831"/>
                    <a:pt x="40421" y="362478"/>
                    <a:pt x="46299" y="312517"/>
                  </a:cubicBezTo>
                  <a:cubicBezTo>
                    <a:pt x="51109" y="271630"/>
                    <a:pt x="60301" y="268081"/>
                    <a:pt x="69448" y="231494"/>
                  </a:cubicBezTo>
                  <a:cubicBezTo>
                    <a:pt x="102167" y="100615"/>
                    <a:pt x="54512" y="253156"/>
                    <a:pt x="104173" y="104172"/>
                  </a:cubicBezTo>
                  <a:lnTo>
                    <a:pt x="127322" y="34724"/>
                  </a:lnTo>
                  <a:cubicBezTo>
                    <a:pt x="131180" y="23149"/>
                    <a:pt x="126696" y="0"/>
                    <a:pt x="138897" y="0"/>
                  </a:cubicBezTo>
                  <a:lnTo>
                    <a:pt x="243069" y="0"/>
                  </a:lnTo>
                </a:path>
              </a:pathLst>
            </a:custGeom>
            <a:noFill/>
            <a:ln w="603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16" name="Freeform 19">
              <a:extLst>
                <a:ext uri="{FF2B5EF4-FFF2-40B4-BE49-F238E27FC236}">
                  <a16:creationId xmlns:a16="http://schemas.microsoft.com/office/drawing/2014/main" id="{0CC1C821-943C-506D-DA8A-B475F9A7B1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883298" y="4592878"/>
              <a:ext cx="880494" cy="828000"/>
            </a:xfrm>
            <a:custGeom>
              <a:avLst/>
              <a:gdLst>
                <a:gd name="connsiteX0" fmla="*/ 292742 w 617839"/>
                <a:gd name="connsiteY0" fmla="*/ 581002 h 581002"/>
                <a:gd name="connsiteX1" fmla="*/ 61248 w 617839"/>
                <a:gd name="connsiteY1" fmla="*/ 488405 h 581002"/>
                <a:gd name="connsiteX2" fmla="*/ 14949 w 617839"/>
                <a:gd name="connsiteY2" fmla="*/ 222187 h 581002"/>
                <a:gd name="connsiteX3" fmla="*/ 281167 w 617839"/>
                <a:gd name="connsiteY3" fmla="*/ 2268 h 581002"/>
                <a:gd name="connsiteX4" fmla="*/ 570534 w 617839"/>
                <a:gd name="connsiteY4" fmla="*/ 129590 h 581002"/>
                <a:gd name="connsiteX5" fmla="*/ 605258 w 617839"/>
                <a:gd name="connsiteY5" fmla="*/ 465255 h 581002"/>
                <a:gd name="connsiteX6" fmla="*/ 443213 w 617839"/>
                <a:gd name="connsiteY6" fmla="*/ 523129 h 581002"/>
                <a:gd name="connsiteX7" fmla="*/ 443213 w 617839"/>
                <a:gd name="connsiteY7" fmla="*/ 523129 h 58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7839" h="581002">
                  <a:moveTo>
                    <a:pt x="292742" y="581002"/>
                  </a:moveTo>
                  <a:cubicBezTo>
                    <a:pt x="200144" y="564604"/>
                    <a:pt x="107547" y="548207"/>
                    <a:pt x="61248" y="488405"/>
                  </a:cubicBezTo>
                  <a:cubicBezTo>
                    <a:pt x="14949" y="428603"/>
                    <a:pt x="-21704" y="303210"/>
                    <a:pt x="14949" y="222187"/>
                  </a:cubicBezTo>
                  <a:cubicBezTo>
                    <a:pt x="51602" y="141164"/>
                    <a:pt x="188569" y="17701"/>
                    <a:pt x="281167" y="2268"/>
                  </a:cubicBezTo>
                  <a:cubicBezTo>
                    <a:pt x="373765" y="-13165"/>
                    <a:pt x="516519" y="52425"/>
                    <a:pt x="570534" y="129590"/>
                  </a:cubicBezTo>
                  <a:cubicBezTo>
                    <a:pt x="624549" y="206754"/>
                    <a:pt x="626478" y="399665"/>
                    <a:pt x="605258" y="465255"/>
                  </a:cubicBezTo>
                  <a:cubicBezTo>
                    <a:pt x="584038" y="530845"/>
                    <a:pt x="443213" y="523129"/>
                    <a:pt x="443213" y="523129"/>
                  </a:cubicBezTo>
                  <a:lnTo>
                    <a:pt x="443213" y="523129"/>
                  </a:lnTo>
                </a:path>
              </a:pathLst>
            </a:custGeom>
            <a:noFill/>
            <a:ln w="38100">
              <a:headEnd type="none"/>
              <a:tailEnd type="arrow" w="sm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  <p:sp>
          <p:nvSpPr>
            <p:cNvPr id="17" name="Freeform 22">
              <a:extLst>
                <a:ext uri="{FF2B5EF4-FFF2-40B4-BE49-F238E27FC236}">
                  <a16:creationId xmlns:a16="http://schemas.microsoft.com/office/drawing/2014/main" id="{F6AD9D0C-65EC-56DE-095C-29095DD7B58C}"/>
                </a:ext>
              </a:extLst>
            </p:cNvPr>
            <p:cNvSpPr/>
            <p:nvPr/>
          </p:nvSpPr>
          <p:spPr>
            <a:xfrm rot="338509">
              <a:off x="1414129" y="2447373"/>
              <a:ext cx="3934047" cy="595424"/>
            </a:xfrm>
            <a:custGeom>
              <a:avLst/>
              <a:gdLst>
                <a:gd name="connsiteX0" fmla="*/ 0 w 3349256"/>
                <a:gd name="connsiteY0" fmla="*/ 595424 h 595424"/>
                <a:gd name="connsiteX1" fmla="*/ 95693 w 3349256"/>
                <a:gd name="connsiteY1" fmla="*/ 531628 h 595424"/>
                <a:gd name="connsiteX2" fmla="*/ 127591 w 3349256"/>
                <a:gd name="connsiteY2" fmla="*/ 520996 h 595424"/>
                <a:gd name="connsiteX3" fmla="*/ 148856 w 3349256"/>
                <a:gd name="connsiteY3" fmla="*/ 499730 h 595424"/>
                <a:gd name="connsiteX4" fmla="*/ 212651 w 3349256"/>
                <a:gd name="connsiteY4" fmla="*/ 478465 h 595424"/>
                <a:gd name="connsiteX5" fmla="*/ 287079 w 3349256"/>
                <a:gd name="connsiteY5" fmla="*/ 446568 h 595424"/>
                <a:gd name="connsiteX6" fmla="*/ 361507 w 3349256"/>
                <a:gd name="connsiteY6" fmla="*/ 404037 h 595424"/>
                <a:gd name="connsiteX7" fmla="*/ 393405 w 3349256"/>
                <a:gd name="connsiteY7" fmla="*/ 393405 h 595424"/>
                <a:gd name="connsiteX8" fmla="*/ 446568 w 3349256"/>
                <a:gd name="connsiteY8" fmla="*/ 372140 h 595424"/>
                <a:gd name="connsiteX9" fmla="*/ 478465 w 3349256"/>
                <a:gd name="connsiteY9" fmla="*/ 361507 h 595424"/>
                <a:gd name="connsiteX10" fmla="*/ 510363 w 3349256"/>
                <a:gd name="connsiteY10" fmla="*/ 340242 h 595424"/>
                <a:gd name="connsiteX11" fmla="*/ 574158 w 3349256"/>
                <a:gd name="connsiteY11" fmla="*/ 318977 h 595424"/>
                <a:gd name="connsiteX12" fmla="*/ 637954 w 3349256"/>
                <a:gd name="connsiteY12" fmla="*/ 297712 h 595424"/>
                <a:gd name="connsiteX13" fmla="*/ 701749 w 3349256"/>
                <a:gd name="connsiteY13" fmla="*/ 287079 h 595424"/>
                <a:gd name="connsiteX14" fmla="*/ 733647 w 3349256"/>
                <a:gd name="connsiteY14" fmla="*/ 276447 h 595424"/>
                <a:gd name="connsiteX15" fmla="*/ 797442 w 3349256"/>
                <a:gd name="connsiteY15" fmla="*/ 265814 h 595424"/>
                <a:gd name="connsiteX16" fmla="*/ 829340 w 3349256"/>
                <a:gd name="connsiteY16" fmla="*/ 255182 h 595424"/>
                <a:gd name="connsiteX17" fmla="*/ 882503 w 3349256"/>
                <a:gd name="connsiteY17" fmla="*/ 244549 h 595424"/>
                <a:gd name="connsiteX18" fmla="*/ 925033 w 3349256"/>
                <a:gd name="connsiteY18" fmla="*/ 233917 h 595424"/>
                <a:gd name="connsiteX19" fmla="*/ 978196 w 3349256"/>
                <a:gd name="connsiteY19" fmla="*/ 212651 h 595424"/>
                <a:gd name="connsiteX20" fmla="*/ 1052623 w 3349256"/>
                <a:gd name="connsiteY20" fmla="*/ 202019 h 595424"/>
                <a:gd name="connsiteX21" fmla="*/ 1190847 w 3349256"/>
                <a:gd name="connsiteY21" fmla="*/ 170121 h 595424"/>
                <a:gd name="connsiteX22" fmla="*/ 1275907 w 3349256"/>
                <a:gd name="connsiteY22" fmla="*/ 138224 h 595424"/>
                <a:gd name="connsiteX23" fmla="*/ 1329070 w 3349256"/>
                <a:gd name="connsiteY23" fmla="*/ 127591 h 595424"/>
                <a:gd name="connsiteX24" fmla="*/ 1360968 w 3349256"/>
                <a:gd name="connsiteY24" fmla="*/ 116958 h 595424"/>
                <a:gd name="connsiteX25" fmla="*/ 1488558 w 3349256"/>
                <a:gd name="connsiteY25" fmla="*/ 95693 h 595424"/>
                <a:gd name="connsiteX26" fmla="*/ 1573619 w 3349256"/>
                <a:gd name="connsiteY26" fmla="*/ 85061 h 595424"/>
                <a:gd name="connsiteX27" fmla="*/ 1669312 w 3349256"/>
                <a:gd name="connsiteY27" fmla="*/ 74428 h 595424"/>
                <a:gd name="connsiteX28" fmla="*/ 1828800 w 3349256"/>
                <a:gd name="connsiteY28" fmla="*/ 42530 h 595424"/>
                <a:gd name="connsiteX29" fmla="*/ 2020186 w 3349256"/>
                <a:gd name="connsiteY29" fmla="*/ 10633 h 595424"/>
                <a:gd name="connsiteX30" fmla="*/ 2083982 w 3349256"/>
                <a:gd name="connsiteY30" fmla="*/ 0 h 595424"/>
                <a:gd name="connsiteX31" fmla="*/ 2913321 w 3349256"/>
                <a:gd name="connsiteY31" fmla="*/ 10633 h 595424"/>
                <a:gd name="connsiteX32" fmla="*/ 2955851 w 3349256"/>
                <a:gd name="connsiteY32" fmla="*/ 31898 h 595424"/>
                <a:gd name="connsiteX33" fmla="*/ 2998382 w 3349256"/>
                <a:gd name="connsiteY33" fmla="*/ 42530 h 595424"/>
                <a:gd name="connsiteX34" fmla="*/ 3030279 w 3349256"/>
                <a:gd name="connsiteY34" fmla="*/ 53163 h 595424"/>
                <a:gd name="connsiteX35" fmla="*/ 3157870 w 3349256"/>
                <a:gd name="connsiteY35" fmla="*/ 63796 h 595424"/>
                <a:gd name="connsiteX36" fmla="*/ 3221665 w 3349256"/>
                <a:gd name="connsiteY36" fmla="*/ 74428 h 595424"/>
                <a:gd name="connsiteX37" fmla="*/ 3349256 w 3349256"/>
                <a:gd name="connsiteY37" fmla="*/ 95693 h 595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349256" h="595424">
                  <a:moveTo>
                    <a:pt x="0" y="595424"/>
                  </a:moveTo>
                  <a:cubicBezTo>
                    <a:pt x="31898" y="574159"/>
                    <a:pt x="62579" y="550945"/>
                    <a:pt x="95693" y="531628"/>
                  </a:cubicBezTo>
                  <a:cubicBezTo>
                    <a:pt x="105374" y="525981"/>
                    <a:pt x="117980" y="526762"/>
                    <a:pt x="127591" y="520996"/>
                  </a:cubicBezTo>
                  <a:cubicBezTo>
                    <a:pt x="136187" y="515838"/>
                    <a:pt x="139890" y="504213"/>
                    <a:pt x="148856" y="499730"/>
                  </a:cubicBezTo>
                  <a:cubicBezTo>
                    <a:pt x="168905" y="489705"/>
                    <a:pt x="192602" y="488489"/>
                    <a:pt x="212651" y="478465"/>
                  </a:cubicBezTo>
                  <a:cubicBezTo>
                    <a:pt x="265206" y="452188"/>
                    <a:pt x="240145" y="462212"/>
                    <a:pt x="287079" y="446568"/>
                  </a:cubicBezTo>
                  <a:cubicBezTo>
                    <a:pt x="319110" y="425215"/>
                    <a:pt x="323741" y="420223"/>
                    <a:pt x="361507" y="404037"/>
                  </a:cubicBezTo>
                  <a:cubicBezTo>
                    <a:pt x="371809" y="399622"/>
                    <a:pt x="382911" y="397340"/>
                    <a:pt x="393405" y="393405"/>
                  </a:cubicBezTo>
                  <a:cubicBezTo>
                    <a:pt x="411276" y="386704"/>
                    <a:pt x="428697" y="378842"/>
                    <a:pt x="446568" y="372140"/>
                  </a:cubicBezTo>
                  <a:cubicBezTo>
                    <a:pt x="457062" y="368205"/>
                    <a:pt x="468441" y="366519"/>
                    <a:pt x="478465" y="361507"/>
                  </a:cubicBezTo>
                  <a:cubicBezTo>
                    <a:pt x="489895" y="355792"/>
                    <a:pt x="498686" y="345432"/>
                    <a:pt x="510363" y="340242"/>
                  </a:cubicBezTo>
                  <a:cubicBezTo>
                    <a:pt x="530846" y="331138"/>
                    <a:pt x="552893" y="326065"/>
                    <a:pt x="574158" y="318977"/>
                  </a:cubicBezTo>
                  <a:cubicBezTo>
                    <a:pt x="574165" y="318975"/>
                    <a:pt x="637946" y="297713"/>
                    <a:pt x="637954" y="297712"/>
                  </a:cubicBezTo>
                  <a:cubicBezTo>
                    <a:pt x="659219" y="294168"/>
                    <a:pt x="680704" y="291756"/>
                    <a:pt x="701749" y="287079"/>
                  </a:cubicBezTo>
                  <a:cubicBezTo>
                    <a:pt x="712690" y="284648"/>
                    <a:pt x="722706" y="278878"/>
                    <a:pt x="733647" y="276447"/>
                  </a:cubicBezTo>
                  <a:cubicBezTo>
                    <a:pt x="754692" y="271770"/>
                    <a:pt x="776397" y="270491"/>
                    <a:pt x="797442" y="265814"/>
                  </a:cubicBezTo>
                  <a:cubicBezTo>
                    <a:pt x="808383" y="263383"/>
                    <a:pt x="818467" y="257900"/>
                    <a:pt x="829340" y="255182"/>
                  </a:cubicBezTo>
                  <a:cubicBezTo>
                    <a:pt x="846872" y="250799"/>
                    <a:pt x="864861" y="248469"/>
                    <a:pt x="882503" y="244549"/>
                  </a:cubicBezTo>
                  <a:cubicBezTo>
                    <a:pt x="896768" y="241379"/>
                    <a:pt x="911170" y="238538"/>
                    <a:pt x="925033" y="233917"/>
                  </a:cubicBezTo>
                  <a:cubicBezTo>
                    <a:pt x="943140" y="227881"/>
                    <a:pt x="959680" y="217280"/>
                    <a:pt x="978196" y="212651"/>
                  </a:cubicBezTo>
                  <a:cubicBezTo>
                    <a:pt x="1002509" y="206573"/>
                    <a:pt x="1027903" y="206139"/>
                    <a:pt x="1052623" y="202019"/>
                  </a:cubicBezTo>
                  <a:cubicBezTo>
                    <a:pt x="1081971" y="197128"/>
                    <a:pt x="1173115" y="177214"/>
                    <a:pt x="1190847" y="170121"/>
                  </a:cubicBezTo>
                  <a:cubicBezTo>
                    <a:pt x="1207112" y="163615"/>
                    <a:pt x="1253680" y="143781"/>
                    <a:pt x="1275907" y="138224"/>
                  </a:cubicBezTo>
                  <a:cubicBezTo>
                    <a:pt x="1293439" y="133841"/>
                    <a:pt x="1311538" y="131974"/>
                    <a:pt x="1329070" y="127591"/>
                  </a:cubicBezTo>
                  <a:cubicBezTo>
                    <a:pt x="1339943" y="124873"/>
                    <a:pt x="1350095" y="119676"/>
                    <a:pt x="1360968" y="116958"/>
                  </a:cubicBezTo>
                  <a:cubicBezTo>
                    <a:pt x="1399946" y="107213"/>
                    <a:pt x="1449990" y="100835"/>
                    <a:pt x="1488558" y="95693"/>
                  </a:cubicBezTo>
                  <a:lnTo>
                    <a:pt x="1573619" y="85061"/>
                  </a:lnTo>
                  <a:cubicBezTo>
                    <a:pt x="1605493" y="81311"/>
                    <a:pt x="1637611" y="79434"/>
                    <a:pt x="1669312" y="74428"/>
                  </a:cubicBezTo>
                  <a:cubicBezTo>
                    <a:pt x="1871563" y="42493"/>
                    <a:pt x="1701092" y="63814"/>
                    <a:pt x="1828800" y="42530"/>
                  </a:cubicBezTo>
                  <a:lnTo>
                    <a:pt x="2020186" y="10633"/>
                  </a:lnTo>
                  <a:lnTo>
                    <a:pt x="2083982" y="0"/>
                  </a:lnTo>
                  <a:cubicBezTo>
                    <a:pt x="2360428" y="3544"/>
                    <a:pt x="2637037" y="525"/>
                    <a:pt x="2913321" y="10633"/>
                  </a:cubicBezTo>
                  <a:cubicBezTo>
                    <a:pt x="2929160" y="11212"/>
                    <a:pt x="2941010" y="26333"/>
                    <a:pt x="2955851" y="31898"/>
                  </a:cubicBezTo>
                  <a:cubicBezTo>
                    <a:pt x="2969534" y="37029"/>
                    <a:pt x="2984331" y="38515"/>
                    <a:pt x="2998382" y="42530"/>
                  </a:cubicBezTo>
                  <a:cubicBezTo>
                    <a:pt x="3009158" y="45609"/>
                    <a:pt x="3019170" y="51682"/>
                    <a:pt x="3030279" y="53163"/>
                  </a:cubicBezTo>
                  <a:cubicBezTo>
                    <a:pt x="3072582" y="58804"/>
                    <a:pt x="3115453" y="59083"/>
                    <a:pt x="3157870" y="63796"/>
                  </a:cubicBezTo>
                  <a:cubicBezTo>
                    <a:pt x="3179296" y="66177"/>
                    <a:pt x="3200273" y="71754"/>
                    <a:pt x="3221665" y="74428"/>
                  </a:cubicBezTo>
                  <a:cubicBezTo>
                    <a:pt x="3343490" y="89656"/>
                    <a:pt x="3294438" y="68285"/>
                    <a:pt x="3349256" y="95693"/>
                  </a:cubicBezTo>
                </a:path>
              </a:pathLst>
            </a:custGeom>
            <a:noFill/>
            <a:ln w="50800">
              <a:prstDash val="dash"/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/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87C397E-31E8-B154-1683-2086939CD975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2835798" y="3426106"/>
            <a:ext cx="54699" cy="208345"/>
          </a:xfrm>
          <a:prstGeom prst="straightConnector1">
            <a:avLst/>
          </a:prstGeom>
          <a:ln w="57150">
            <a:solidFill>
              <a:srgbClr val="0424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572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1977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Stéphane Thanassekos</dc:creator>
  <cp:lastModifiedBy>Stéphane Thanassekos</cp:lastModifiedBy>
  <cp:revision>22</cp:revision>
  <dcterms:created xsi:type="dcterms:W3CDTF">2026-06-23T08:34:43Z</dcterms:created>
  <dcterms:modified xsi:type="dcterms:W3CDTF">2026-07-06T01:46:36Z</dcterms:modified>
</cp:coreProperties>
</file>